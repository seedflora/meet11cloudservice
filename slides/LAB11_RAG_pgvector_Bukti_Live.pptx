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fc8c3d4d44155" /><Relationship Type="http://schemas.openxmlformats.org/officeDocument/2006/relationships/extended-properties" Target="/docProps/app.xml" Id="R76bc4d782a294f17" /><Relationship Type="http://schemas.openxmlformats.org/officeDocument/2006/relationships/officeDocument" Target="/ppt/presentation.xml" Id="R3d33a33d3856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aacb498e24524"/>
  </p:sldMasterIdLst>
  <p:notesMasterIdLst>
    <p:notesMasterId xmlns:r="http://schemas.openxmlformats.org/officeDocument/2006/relationships" r:id="Rad67580782a04854"/>
  </p:notesMasterIdLst>
  <p:sldIdLst>
    <p:sldId xmlns:r="http://schemas.openxmlformats.org/officeDocument/2006/relationships" id="256" r:id="R01ad9adc3ff14004"/>
    <p:sldId xmlns:r="http://schemas.openxmlformats.org/officeDocument/2006/relationships" id="257" r:id="Re63b4e83ea3944ed"/>
    <p:sldId xmlns:r="http://schemas.openxmlformats.org/officeDocument/2006/relationships" id="258" r:id="Rac5c6e320bdc462f"/>
    <p:sldId xmlns:r="http://schemas.openxmlformats.org/officeDocument/2006/relationships" id="259" r:id="R536e3b6666704173"/>
    <p:sldId xmlns:r="http://schemas.openxmlformats.org/officeDocument/2006/relationships" id="260" r:id="R00c8aa9b352c482d"/>
    <p:sldId xmlns:r="http://schemas.openxmlformats.org/officeDocument/2006/relationships" id="261" r:id="R96b3b192f41c447e"/>
    <p:sldId xmlns:r="http://schemas.openxmlformats.org/officeDocument/2006/relationships" id="262" r:id="R48cb029463774f8c"/>
    <p:sldId xmlns:r="http://schemas.openxmlformats.org/officeDocument/2006/relationships" id="263" r:id="R3dcd17cf509547ff"/>
    <p:sldId xmlns:r="http://schemas.openxmlformats.org/officeDocument/2006/relationships" id="264" r:id="R63680d51f15b48d6"/>
    <p:sldId xmlns:r="http://schemas.openxmlformats.org/officeDocument/2006/relationships" id="265" r:id="R3ab3d375df1f42fd"/>
    <p:sldId xmlns:r="http://schemas.openxmlformats.org/officeDocument/2006/relationships" id="266" r:id="R05cc608a3b4b4a02"/>
    <p:sldId xmlns:r="http://schemas.openxmlformats.org/officeDocument/2006/relationships" id="267" r:id="Rf07f6346177144e6"/>
    <p:sldId xmlns:r="http://schemas.openxmlformats.org/officeDocument/2006/relationships" id="268" r:id="R6c7337b3bd6148f6"/>
    <p:sldId xmlns:r="http://schemas.openxmlformats.org/officeDocument/2006/relationships" id="269" r:id="Rb424d4173e374153"/>
    <p:sldId xmlns:r="http://schemas.openxmlformats.org/officeDocument/2006/relationships" id="270" r:id="Rb402d6e8f89a4e36"/>
    <p:sldId xmlns:r="http://schemas.openxmlformats.org/officeDocument/2006/relationships" id="271" r:id="R224c3d937a214a45"/>
    <p:sldId xmlns:r="http://schemas.openxmlformats.org/officeDocument/2006/relationships" id="272" r:id="Rf1e848388ed14fb7"/>
    <p:sldId xmlns:r="http://schemas.openxmlformats.org/officeDocument/2006/relationships" id="273" r:id="Rc57b19b0b8514f34"/>
    <p:sldId xmlns:r="http://schemas.openxmlformats.org/officeDocument/2006/relationships" id="274" r:id="Ra406c520d7454966"/>
    <p:sldId xmlns:r="http://schemas.openxmlformats.org/officeDocument/2006/relationships" id="275" r:id="R2b64e3f1f2774f92"/>
    <p:sldId xmlns:r="http://schemas.openxmlformats.org/officeDocument/2006/relationships" id="276" r:id="Rf275db4c00d54efe"/>
    <p:sldId xmlns:r="http://schemas.openxmlformats.org/officeDocument/2006/relationships" id="277" r:id="R28105399fbb2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b080965104216" /><Relationship Type="http://schemas.openxmlformats.org/officeDocument/2006/relationships/slideMaster" Target="/ppt/slideMasters/slideMaster1.xml" Id="Rd34aacb498e24524" /><Relationship Type="http://schemas.openxmlformats.org/officeDocument/2006/relationships/notesMaster" Target="/ppt/notesMasters/notesMaster1.xml" Id="Rad67580782a04854" /><Relationship Type="http://schemas.openxmlformats.org/officeDocument/2006/relationships/presProps" Target="/ppt/presProps.xml" Id="Rf394fe31e0f94d32" /><Relationship Type="http://schemas.openxmlformats.org/officeDocument/2006/relationships/viewProps" Target="/ppt/viewProps.xml" Id="R79103ceb694b483c" /><Relationship Type="http://schemas.openxmlformats.org/officeDocument/2006/relationships/tableStyles" Target="/ppt/tableStyles.xml" Id="Rd937369600854031" /><Relationship Type="http://schemas.openxmlformats.org/officeDocument/2006/relationships/slide" Target="/ppt/slides/slide1.xml" Id="R01ad9adc3ff14004" /><Relationship Type="http://schemas.openxmlformats.org/officeDocument/2006/relationships/slide" Target="/ppt/slides/slide2.xml" Id="Re63b4e83ea3944ed" /><Relationship Type="http://schemas.openxmlformats.org/officeDocument/2006/relationships/slide" Target="/ppt/slides/slide3.xml" Id="Rac5c6e320bdc462f" /><Relationship Type="http://schemas.openxmlformats.org/officeDocument/2006/relationships/slide" Target="/ppt/slides/slide4.xml" Id="R536e3b6666704173" /><Relationship Type="http://schemas.openxmlformats.org/officeDocument/2006/relationships/slide" Target="/ppt/slides/slide5.xml" Id="R00c8aa9b352c482d" /><Relationship Type="http://schemas.openxmlformats.org/officeDocument/2006/relationships/slide" Target="/ppt/slides/slide6.xml" Id="R96b3b192f41c447e" /><Relationship Type="http://schemas.openxmlformats.org/officeDocument/2006/relationships/slide" Target="/ppt/slides/slide7.xml" Id="R48cb029463774f8c" /><Relationship Type="http://schemas.openxmlformats.org/officeDocument/2006/relationships/slide" Target="/ppt/slides/slide8.xml" Id="R3dcd17cf509547ff" /><Relationship Type="http://schemas.openxmlformats.org/officeDocument/2006/relationships/slide" Target="/ppt/slides/slide9.xml" Id="R63680d51f15b48d6" /><Relationship Type="http://schemas.openxmlformats.org/officeDocument/2006/relationships/slide" Target="/ppt/slides/slide10.xml" Id="R3ab3d375df1f42fd" /><Relationship Type="http://schemas.openxmlformats.org/officeDocument/2006/relationships/slide" Target="/ppt/slides/slide11.xml" Id="R05cc608a3b4b4a02" /><Relationship Type="http://schemas.openxmlformats.org/officeDocument/2006/relationships/slide" Target="/ppt/slides/slide12.xml" Id="Rf07f6346177144e6" /><Relationship Type="http://schemas.openxmlformats.org/officeDocument/2006/relationships/slide" Target="/ppt/slides/slide13.xml" Id="R6c7337b3bd6148f6" /><Relationship Type="http://schemas.openxmlformats.org/officeDocument/2006/relationships/slide" Target="/ppt/slides/slide14.xml" Id="Rb424d4173e374153" /><Relationship Type="http://schemas.openxmlformats.org/officeDocument/2006/relationships/slide" Target="/ppt/slides/slide15.xml" Id="Rb402d6e8f89a4e36" /><Relationship Type="http://schemas.openxmlformats.org/officeDocument/2006/relationships/slide" Target="/ppt/slides/slide16.xml" Id="R224c3d937a214a45" /><Relationship Type="http://schemas.openxmlformats.org/officeDocument/2006/relationships/slide" Target="/ppt/slides/slide17.xml" Id="Rf1e848388ed14fb7" /><Relationship Type="http://schemas.openxmlformats.org/officeDocument/2006/relationships/slide" Target="/ppt/slides/slide18.xml" Id="Rc57b19b0b8514f34" /><Relationship Type="http://schemas.openxmlformats.org/officeDocument/2006/relationships/slide" Target="/ppt/slides/slide19.xml" Id="Ra406c520d7454966" /><Relationship Type="http://schemas.openxmlformats.org/officeDocument/2006/relationships/slide" Target="/ppt/slides/slide20.xml" Id="R2b64e3f1f2774f92" /><Relationship Type="http://schemas.openxmlformats.org/officeDocument/2006/relationships/slide" Target="/ppt/slides/slide21.xml" Id="Rf275db4c00d54efe" /><Relationship Type="http://schemas.openxmlformats.org/officeDocument/2006/relationships/slide" Target="/ppt/slides/slide22.xml" Id="R28105399fbb2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8e674df9d9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52bc2778248a0" /><Relationship Type="http://schemas.openxmlformats.org/officeDocument/2006/relationships/notesMaster" Target="/ppt/notesMasters/notesMaster1.xml" Id="Rb63191418100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642a625b34469" /><Relationship Type="http://schemas.openxmlformats.org/officeDocument/2006/relationships/notesMaster" Target="/ppt/notesMasters/notesMaster1.xml" Id="R17435b90a0b9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d5d507fae46a3" /><Relationship Type="http://schemas.openxmlformats.org/officeDocument/2006/relationships/notesMaster" Target="/ppt/notesMasters/notesMaster1.xml" Id="Rc8449b055ed249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a042970eca4440" /><Relationship Type="http://schemas.openxmlformats.org/officeDocument/2006/relationships/notesMaster" Target="/ppt/notesMasters/notesMaster1.xml" Id="Rf01a5cea842a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1545d59d724d8a" /><Relationship Type="http://schemas.openxmlformats.org/officeDocument/2006/relationships/notesMaster" Target="/ppt/notesMasters/notesMaster1.xml" Id="R1349bd6248d4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4ac9790384787" /><Relationship Type="http://schemas.openxmlformats.org/officeDocument/2006/relationships/notesMaster" Target="/ppt/notesMasters/notesMaster1.xml" Id="Rb7f85895caa249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3bbd3a81b14aeb" /><Relationship Type="http://schemas.openxmlformats.org/officeDocument/2006/relationships/notesMaster" Target="/ppt/notesMasters/notesMaster1.xml" Id="Rbf985e3f8fa343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69501e9d20494c" /><Relationship Type="http://schemas.openxmlformats.org/officeDocument/2006/relationships/notesMaster" Target="/ppt/notesMasters/notesMaster1.xml" Id="Ra17743aba0de4d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faab1328da4aa9" /><Relationship Type="http://schemas.openxmlformats.org/officeDocument/2006/relationships/notesMaster" Target="/ppt/notesMasters/notesMaster1.xml" Id="R88fc4f26c5d04a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d5828e99a942ba" /><Relationship Type="http://schemas.openxmlformats.org/officeDocument/2006/relationships/notesMaster" Target="/ppt/notesMasters/notesMaster1.xml" Id="R02fbc7d5c5ca4c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2f3ba5ce2944c0" /><Relationship Type="http://schemas.openxmlformats.org/officeDocument/2006/relationships/notesMaster" Target="/ppt/notesMasters/notesMaster1.xml" Id="R1a912a8a927b4c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5b76693451407d" /><Relationship Type="http://schemas.openxmlformats.org/officeDocument/2006/relationships/notesMaster" Target="/ppt/notesMasters/notesMaster1.xml" Id="Rd68194e21cd84e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c241e22c744c9c" /><Relationship Type="http://schemas.openxmlformats.org/officeDocument/2006/relationships/notesMaster" Target="/ppt/notesMasters/notesMaster1.xml" Id="Rfd30ec8aea5b4e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59bba64d924466" /><Relationship Type="http://schemas.openxmlformats.org/officeDocument/2006/relationships/notesMaster" Target="/ppt/notesMasters/notesMaster1.xml" Id="R0e2bd70d377e4a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f023916a4f4fb9" /><Relationship Type="http://schemas.openxmlformats.org/officeDocument/2006/relationships/notesMaster" Target="/ppt/notesMasters/notesMaster1.xml" Id="Rbb1ee2b97b5743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af954bdd9643b4" /><Relationship Type="http://schemas.openxmlformats.org/officeDocument/2006/relationships/notesMaster" Target="/ppt/notesMasters/notesMaster1.xml" Id="R268660ffd97644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29c6b20fc24cc7" /><Relationship Type="http://schemas.openxmlformats.org/officeDocument/2006/relationships/notesMaster" Target="/ppt/notesMasters/notesMaster1.xml" Id="R11e5c5b816f949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92b29494514fa7" /><Relationship Type="http://schemas.openxmlformats.org/officeDocument/2006/relationships/notesMaster" Target="/ppt/notesMasters/notesMaster1.xml" Id="R28dd7d9ff2b142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4b343536ee4f54" /><Relationship Type="http://schemas.openxmlformats.org/officeDocument/2006/relationships/notesMaster" Target="/ppt/notesMasters/notesMaster1.xml" Id="R791b55d4253644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f0693bb17742a9" /><Relationship Type="http://schemas.openxmlformats.org/officeDocument/2006/relationships/notesMaster" Target="/ppt/notesMasters/notesMaster1.xml" Id="R0338f651f99947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f9fda9b2c2455d" /><Relationship Type="http://schemas.openxmlformats.org/officeDocument/2006/relationships/notesMaster" Target="/ppt/notesMasters/notesMaster1.xml" Id="R8ecffea143b04a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24263a26b34c23" /><Relationship Type="http://schemas.openxmlformats.org/officeDocument/2006/relationships/notesMaster" Target="/ppt/notesMasters/notesMaster1.xml" Id="Rdfd92900b63045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f0bccbc80486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c2e91140b439a" /><Relationship Type="http://schemas.openxmlformats.org/officeDocument/2006/relationships/slideLayout" Target="/ppt/slideLayouts/slideLayout1.xml" Id="R1fd5b12af28946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5b12af28946c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f0d726d6c43d6" /><Relationship Type="http://schemas.openxmlformats.org/officeDocument/2006/relationships/image" Target="/ppt/media/image.jpeg" Id="R766a8cb47ec546c0" /><Relationship Type="http://schemas.openxmlformats.org/officeDocument/2006/relationships/image" Target="/ppt/media/image.png" Id="R3eee44ddd8ae44f2" /><Relationship Type="http://schemas.openxmlformats.org/officeDocument/2006/relationships/image" Target="/ppt/media/image2.png" Id="Rc80baa8735554fb5" /><Relationship Type="http://schemas.openxmlformats.org/officeDocument/2006/relationships/notesSlide" Target="/ppt/notesSlides/notesSlide1.xml" Id="Rf78590d86f2c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379e23dd4a78" /><Relationship Type="http://schemas.openxmlformats.org/officeDocument/2006/relationships/image" Target="/ppt/media/image.png" Id="R8f5b55ba79e6416b" /><Relationship Type="http://schemas.openxmlformats.org/officeDocument/2006/relationships/image" Target="/ppt/media/image2.png" Id="R20f3c6623dab43ff" /><Relationship Type="http://schemas.openxmlformats.org/officeDocument/2006/relationships/image" Target="/ppt/media/image3.png" Id="R984f1a6377c94a6d" /><Relationship Type="http://schemas.openxmlformats.org/officeDocument/2006/relationships/image" Target="/ppt/media/image4.png" Id="R6feb6125939b4297" /><Relationship Type="http://schemas.openxmlformats.org/officeDocument/2006/relationships/image" Target="/ppt/media/image5.png" Id="R6a74434eb0d24a03" /><Relationship Type="http://schemas.openxmlformats.org/officeDocument/2006/relationships/image" Target="/ppt/media/image6.png" Id="R68d67f8784864b0e" /><Relationship Type="http://schemas.openxmlformats.org/officeDocument/2006/relationships/image" Target="/ppt/media/image7.png" Id="R30c69fad3e044e6b" /><Relationship Type="http://schemas.openxmlformats.org/officeDocument/2006/relationships/image" Target="/ppt/media/image8.png" Id="Ra29816d0da624c0f" /><Relationship Type="http://schemas.openxmlformats.org/officeDocument/2006/relationships/image" Target="/ppt/media/image9.png" Id="Rd3e546fd2f624c69" /><Relationship Type="http://schemas.openxmlformats.org/officeDocument/2006/relationships/notesSlide" Target="/ppt/notesSlides/notesSlide2.xml" Id="R383786c5802f41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910f1277440a5" /><Relationship Type="http://schemas.openxmlformats.org/officeDocument/2006/relationships/image" Target="/ppt/media/image.png" Id="Red7be3415a6349ca" /><Relationship Type="http://schemas.openxmlformats.org/officeDocument/2006/relationships/image" Target="/ppt/media/image2.png" Id="Rec37b8143558497c" /><Relationship Type="http://schemas.openxmlformats.org/officeDocument/2006/relationships/notesSlide" Target="/ppt/notesSlides/notesSlide3.xml" Id="R15fb24213081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3e50e32f4b79" /><Relationship Type="http://schemas.openxmlformats.org/officeDocument/2006/relationships/image" Target="/ppt/media/image.png" Id="Rd12342453b444cee" /><Relationship Type="http://schemas.openxmlformats.org/officeDocument/2006/relationships/image" Target="/ppt/media/image2.png" Id="R504ca6b368ff45cd" /><Relationship Type="http://schemas.openxmlformats.org/officeDocument/2006/relationships/image" Target="/ppt/media/image3.png" Id="R8acd6b2c73cd43dd" /><Relationship Type="http://schemas.openxmlformats.org/officeDocument/2006/relationships/image" Target="/ppt/media/image4.png" Id="R658f42cdb5f84d60" /><Relationship Type="http://schemas.openxmlformats.org/officeDocument/2006/relationships/image" Target="/ppt/media/image5.png" Id="R2c99ad1cd44e409d" /><Relationship Type="http://schemas.openxmlformats.org/officeDocument/2006/relationships/image" Target="/ppt/media/image6.png" Id="R11ac630a41b74049" /><Relationship Type="http://schemas.openxmlformats.org/officeDocument/2006/relationships/image" Target="/ppt/media/image7.png" Id="R712d5bfc44a7403c" /><Relationship Type="http://schemas.openxmlformats.org/officeDocument/2006/relationships/image" Target="/ppt/media/image8.png" Id="Re460573256174b8a" /><Relationship Type="http://schemas.openxmlformats.org/officeDocument/2006/relationships/image" Target="/ppt/media/image9.png" Id="R2c986c7b829049a6" /><Relationship Type="http://schemas.openxmlformats.org/officeDocument/2006/relationships/image" Target="/ppt/media/image10.png" Id="R24c15452b060437d" /><Relationship Type="http://schemas.openxmlformats.org/officeDocument/2006/relationships/notesSlide" Target="/ppt/notesSlides/notesSlide4.xml" Id="Re9ec9edd9d4d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c3628c0b44ad8" /><Relationship Type="http://schemas.openxmlformats.org/officeDocument/2006/relationships/image" Target="/ppt/media/image.png" Id="Rbc8871a0f118459d" /><Relationship Type="http://schemas.openxmlformats.org/officeDocument/2006/relationships/image" Target="/ppt/media/image2.png" Id="R1c00d6d3dafb43df" /><Relationship Type="http://schemas.openxmlformats.org/officeDocument/2006/relationships/image" Target="/ppt/media/image3.png" Id="R829a1b0dc14640fa" /><Relationship Type="http://schemas.openxmlformats.org/officeDocument/2006/relationships/image" Target="/ppt/media/image4.png" Id="R7d1ac4bf03b3430b" /><Relationship Type="http://schemas.openxmlformats.org/officeDocument/2006/relationships/image" Target="/ppt/media/image5.png" Id="R0d2fb1697a624eef" /><Relationship Type="http://schemas.openxmlformats.org/officeDocument/2006/relationships/image" Target="/ppt/media/image6.png" Id="R6eda92d8f73f47f4" /><Relationship Type="http://schemas.openxmlformats.org/officeDocument/2006/relationships/image" Target="/ppt/media/image7.png" Id="R021f9f890be548c4" /><Relationship Type="http://schemas.openxmlformats.org/officeDocument/2006/relationships/image" Target="/ppt/media/image8.png" Id="Rcb5b05efe2ea40f4" /><Relationship Type="http://schemas.openxmlformats.org/officeDocument/2006/relationships/image" Target="/ppt/media/image9.png" Id="R4d7cc3aa90024238" /><Relationship Type="http://schemas.openxmlformats.org/officeDocument/2006/relationships/image" Target="/ppt/media/image2.jpeg" Id="R5a40ababaa9b40fa" /><Relationship Type="http://schemas.openxmlformats.org/officeDocument/2006/relationships/notesSlide" Target="/ppt/notesSlides/notesSlide5.xml" Id="R87dbc2691e2841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be92b1f034494" /><Relationship Type="http://schemas.openxmlformats.org/officeDocument/2006/relationships/image" Target="/ppt/media/image.png" Id="R95f80da9168e4ba1" /><Relationship Type="http://schemas.openxmlformats.org/officeDocument/2006/relationships/image" Target="/ppt/media/image2.png" Id="R810ed055e1a2468e" /><Relationship Type="http://schemas.openxmlformats.org/officeDocument/2006/relationships/notesSlide" Target="/ppt/notesSlides/notesSlide6.xml" Id="R9fb7d8448adf46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6ac8d21c4ae4" /><Relationship Type="http://schemas.openxmlformats.org/officeDocument/2006/relationships/image" Target="/ppt/media/image.png" Id="Rc27f60b27caf4cb3" /><Relationship Type="http://schemas.openxmlformats.org/officeDocument/2006/relationships/image" Target="/ppt/media/image2.png" Id="R5dcf54ccbf094cdc" /><Relationship Type="http://schemas.openxmlformats.org/officeDocument/2006/relationships/image" Target="/ppt/media/image3.png" Id="R3a84a4bfa56643a4" /><Relationship Type="http://schemas.openxmlformats.org/officeDocument/2006/relationships/image" Target="/ppt/media/image4.png" Id="Rcfe6a799e48846d0" /><Relationship Type="http://schemas.openxmlformats.org/officeDocument/2006/relationships/image" Target="/ppt/media/image5.png" Id="R8d2982ccc0bb46dd" /><Relationship Type="http://schemas.openxmlformats.org/officeDocument/2006/relationships/image" Target="/ppt/media/image6.png" Id="R7971d087251a404d" /><Relationship Type="http://schemas.openxmlformats.org/officeDocument/2006/relationships/image" Target="/ppt/media/image7.png" Id="R4fbae96a2bb14af9" /><Relationship Type="http://schemas.openxmlformats.org/officeDocument/2006/relationships/image" Target="/ppt/media/image8.png" Id="R4f28681ff5b94cad" /><Relationship Type="http://schemas.openxmlformats.org/officeDocument/2006/relationships/image" Target="/ppt/media/image9.png" Id="Re1f608f3c99b4c6f" /><Relationship Type="http://schemas.openxmlformats.org/officeDocument/2006/relationships/image" Target="/ppt/media/image11.png" Id="R0360bf52e8694db5" /><Relationship Type="http://schemas.openxmlformats.org/officeDocument/2006/relationships/notesSlide" Target="/ppt/notesSlides/notesSlide7.xml" Id="Rc04cb66267de46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54a41a8a54aa3" /><Relationship Type="http://schemas.openxmlformats.org/officeDocument/2006/relationships/image" Target="/ppt/media/image.png" Id="Rd8604b5fdb9c43d4" /><Relationship Type="http://schemas.openxmlformats.org/officeDocument/2006/relationships/image" Target="/ppt/media/image2.png" Id="R8402e8cde6be4341" /><Relationship Type="http://schemas.openxmlformats.org/officeDocument/2006/relationships/notesSlide" Target="/ppt/notesSlides/notesSlide8.xml" Id="Rc0848297078749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5e4eab1db443c" /><Relationship Type="http://schemas.openxmlformats.org/officeDocument/2006/relationships/image" Target="/ppt/media/image.png" Id="Ra50fc4e5625c41b9" /><Relationship Type="http://schemas.openxmlformats.org/officeDocument/2006/relationships/image" Target="/ppt/media/image2.png" Id="R7aee2ff3b8094a60" /><Relationship Type="http://schemas.openxmlformats.org/officeDocument/2006/relationships/image" Target="/ppt/media/image3.png" Id="R0d00627ea329479e" /><Relationship Type="http://schemas.openxmlformats.org/officeDocument/2006/relationships/image" Target="/ppt/media/image4.png" Id="Rf356a8754b0547db" /><Relationship Type="http://schemas.openxmlformats.org/officeDocument/2006/relationships/image" Target="/ppt/media/image5.png" Id="Ra75cd4b75c22474d" /><Relationship Type="http://schemas.openxmlformats.org/officeDocument/2006/relationships/image" Target="/ppt/media/image6.png" Id="R287d9566560d4d8f" /><Relationship Type="http://schemas.openxmlformats.org/officeDocument/2006/relationships/image" Target="/ppt/media/image7.png" Id="Rfe506a32dd7f45b9" /><Relationship Type="http://schemas.openxmlformats.org/officeDocument/2006/relationships/image" Target="/ppt/media/image8.png" Id="R747a084772c6427d" /><Relationship Type="http://schemas.openxmlformats.org/officeDocument/2006/relationships/image" Target="/ppt/media/image9.png" Id="R84ade31d6d15406a" /><Relationship Type="http://schemas.openxmlformats.org/officeDocument/2006/relationships/image" Target="/ppt/media/image12.png" Id="R9f78948e1a954f33" /><Relationship Type="http://schemas.openxmlformats.org/officeDocument/2006/relationships/notesSlide" Target="/ppt/notesSlides/notesSlide9.xml" Id="Rfa9ec2eb940f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dbaf9664d48ed" /><Relationship Type="http://schemas.openxmlformats.org/officeDocument/2006/relationships/image" Target="/ppt/media/image.png" Id="R79b331ffcc0d467f" /><Relationship Type="http://schemas.openxmlformats.org/officeDocument/2006/relationships/image" Target="/ppt/media/image2.png" Id="R96806063ccfb4f2f" /><Relationship Type="http://schemas.openxmlformats.org/officeDocument/2006/relationships/notesSlide" Target="/ppt/notesSlides/notesSlide10.xml" Id="R876b0ae6e79c4d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ea7eb44f1419b" /><Relationship Type="http://schemas.openxmlformats.org/officeDocument/2006/relationships/image" Target="/ppt/media/image.png" Id="R2a4db55654a343f6" /><Relationship Type="http://schemas.openxmlformats.org/officeDocument/2006/relationships/image" Target="/ppt/media/image2.png" Id="Rfcb68853a3184d63" /><Relationship Type="http://schemas.openxmlformats.org/officeDocument/2006/relationships/image" Target="/ppt/media/image3.png" Id="Rd939c131b9384406" /><Relationship Type="http://schemas.openxmlformats.org/officeDocument/2006/relationships/image" Target="/ppt/media/image4.png" Id="R1baeafcc75ca42fe" /><Relationship Type="http://schemas.openxmlformats.org/officeDocument/2006/relationships/image" Target="/ppt/media/image5.png" Id="R7a41e260437c4875" /><Relationship Type="http://schemas.openxmlformats.org/officeDocument/2006/relationships/image" Target="/ppt/media/image6.png" Id="R92000b4dd8264ac2" /><Relationship Type="http://schemas.openxmlformats.org/officeDocument/2006/relationships/image" Target="/ppt/media/image7.png" Id="Rd06d36b617ca484e" /><Relationship Type="http://schemas.openxmlformats.org/officeDocument/2006/relationships/image" Target="/ppt/media/image8.png" Id="Ra3d8b5720a56435c" /><Relationship Type="http://schemas.openxmlformats.org/officeDocument/2006/relationships/image" Target="/ppt/media/image9.png" Id="R056063c4ac264eb4" /><Relationship Type="http://schemas.openxmlformats.org/officeDocument/2006/relationships/image" Target="/ppt/media/image13.png" Id="R34d5f12f0ffd4738" /><Relationship Type="http://schemas.openxmlformats.org/officeDocument/2006/relationships/notesSlide" Target="/ppt/notesSlides/notesSlide11.xml" Id="Re51c1615709a4e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9ebab3fc5486e" /><Relationship Type="http://schemas.openxmlformats.org/officeDocument/2006/relationships/image" Target="/ppt/media/image.png" Id="R4f7a929398c54535" /><Relationship Type="http://schemas.openxmlformats.org/officeDocument/2006/relationships/image" Target="/ppt/media/image2.png" Id="R50286fdeca734280" /><Relationship Type="http://schemas.openxmlformats.org/officeDocument/2006/relationships/notesSlide" Target="/ppt/notesSlides/notesSlide12.xml" Id="R6629700e497d43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1ff1bb244016" /><Relationship Type="http://schemas.openxmlformats.org/officeDocument/2006/relationships/image" Target="/ppt/media/image.png" Id="R59c9622972bc4bab" /><Relationship Type="http://schemas.openxmlformats.org/officeDocument/2006/relationships/image" Target="/ppt/media/image2.png" Id="R5f14d3cb34dc46df" /><Relationship Type="http://schemas.openxmlformats.org/officeDocument/2006/relationships/image" Target="/ppt/media/image3.png" Id="Rbd7d105dcaa541dc" /><Relationship Type="http://schemas.openxmlformats.org/officeDocument/2006/relationships/image" Target="/ppt/media/image4.png" Id="R1e07589da06146ec" /><Relationship Type="http://schemas.openxmlformats.org/officeDocument/2006/relationships/image" Target="/ppt/media/image5.png" Id="R6bd37d065a50450c" /><Relationship Type="http://schemas.openxmlformats.org/officeDocument/2006/relationships/image" Target="/ppt/media/image6.png" Id="Rae22a790b7dc42e7" /><Relationship Type="http://schemas.openxmlformats.org/officeDocument/2006/relationships/image" Target="/ppt/media/image7.png" Id="R1b3cfa09ed294751" /><Relationship Type="http://schemas.openxmlformats.org/officeDocument/2006/relationships/image" Target="/ppt/media/image8.png" Id="Rbb196357833d4a51" /><Relationship Type="http://schemas.openxmlformats.org/officeDocument/2006/relationships/image" Target="/ppt/media/image9.png" Id="R34d0a1ae6d164745" /><Relationship Type="http://schemas.openxmlformats.org/officeDocument/2006/relationships/image" Target="/ppt/media/image14.png" Id="Ref4f6b5732c74a2d" /><Relationship Type="http://schemas.openxmlformats.org/officeDocument/2006/relationships/notesSlide" Target="/ppt/notesSlides/notesSlide13.xml" Id="R6454b81fa61a4c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949efe024e21" /><Relationship Type="http://schemas.openxmlformats.org/officeDocument/2006/relationships/image" Target="/ppt/media/image.png" Id="Re8ebdf9a489f453c" /><Relationship Type="http://schemas.openxmlformats.org/officeDocument/2006/relationships/image" Target="/ppt/media/image2.png" Id="R997d6c67cac74cb5" /><Relationship Type="http://schemas.openxmlformats.org/officeDocument/2006/relationships/image" Target="/ppt/media/image3.png" Id="Ra7151d87f10d466b" /><Relationship Type="http://schemas.openxmlformats.org/officeDocument/2006/relationships/image" Target="/ppt/media/image4.png" Id="Rd7e995559fe24339" /><Relationship Type="http://schemas.openxmlformats.org/officeDocument/2006/relationships/image" Target="/ppt/media/image5.png" Id="Radda1bff781d4186" /><Relationship Type="http://schemas.openxmlformats.org/officeDocument/2006/relationships/image" Target="/ppt/media/image6.png" Id="R6c9b4d0ac1784b87" /><Relationship Type="http://schemas.openxmlformats.org/officeDocument/2006/relationships/image" Target="/ppt/media/image7.png" Id="Rf54316ba365b4ca0" /><Relationship Type="http://schemas.openxmlformats.org/officeDocument/2006/relationships/image" Target="/ppt/media/image8.png" Id="R3188e6bc6ace42fa" /><Relationship Type="http://schemas.openxmlformats.org/officeDocument/2006/relationships/image" Target="/ppt/media/image9.png" Id="R7f541625b00f4e23" /><Relationship Type="http://schemas.openxmlformats.org/officeDocument/2006/relationships/image" Target="/ppt/media/image15.png" Id="R91a7472fb901449c" /><Relationship Type="http://schemas.openxmlformats.org/officeDocument/2006/relationships/notesSlide" Target="/ppt/notesSlides/notesSlide14.xml" Id="R9ff8eeeac3884f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3a75737054177" /><Relationship Type="http://schemas.openxmlformats.org/officeDocument/2006/relationships/image" Target="/ppt/media/image.png" Id="R8d578938250b4f82" /><Relationship Type="http://schemas.openxmlformats.org/officeDocument/2006/relationships/image" Target="/ppt/media/image2.png" Id="Raf5cbe3b254d4f2f" /><Relationship Type="http://schemas.openxmlformats.org/officeDocument/2006/relationships/image" Target="/ppt/media/image3.png" Id="Rcd04d762ddb84f7e" /><Relationship Type="http://schemas.openxmlformats.org/officeDocument/2006/relationships/image" Target="/ppt/media/image4.png" Id="R95cb7051ee66485d" /><Relationship Type="http://schemas.openxmlformats.org/officeDocument/2006/relationships/image" Target="/ppt/media/image5.png" Id="R248042cf3f7e46e0" /><Relationship Type="http://schemas.openxmlformats.org/officeDocument/2006/relationships/image" Target="/ppt/media/image6.png" Id="Rd6c87412b29e4aad" /><Relationship Type="http://schemas.openxmlformats.org/officeDocument/2006/relationships/image" Target="/ppt/media/image7.png" Id="R43a9a1e1de594499" /><Relationship Type="http://schemas.openxmlformats.org/officeDocument/2006/relationships/image" Target="/ppt/media/image8.png" Id="R06c28a7ba85c4088" /><Relationship Type="http://schemas.openxmlformats.org/officeDocument/2006/relationships/image" Target="/ppt/media/image9.png" Id="R5ec95af80b8e4f8c" /><Relationship Type="http://schemas.openxmlformats.org/officeDocument/2006/relationships/image" Target="/ppt/media/image16.png" Id="Rf1b02baebe5a44e2" /><Relationship Type="http://schemas.openxmlformats.org/officeDocument/2006/relationships/notesSlide" Target="/ppt/notesSlides/notesSlide15.xml" Id="Rc2f0358c773943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85531715e4b92" /><Relationship Type="http://schemas.openxmlformats.org/officeDocument/2006/relationships/image" Target="/ppt/media/image.png" Id="R08ec4d3369744dea" /><Relationship Type="http://schemas.openxmlformats.org/officeDocument/2006/relationships/image" Target="/ppt/media/image2.png" Id="R80860b9bbcc446c5" /><Relationship Type="http://schemas.openxmlformats.org/officeDocument/2006/relationships/notesSlide" Target="/ppt/notesSlides/notesSlide16.xml" Id="R8d78182b43484b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b0b40b594f58" /><Relationship Type="http://schemas.openxmlformats.org/officeDocument/2006/relationships/image" Target="/ppt/media/image.png" Id="Raecd0a9bdb414799" /><Relationship Type="http://schemas.openxmlformats.org/officeDocument/2006/relationships/image" Target="/ppt/media/image2.png" Id="Rf47729dc93ac4202" /><Relationship Type="http://schemas.openxmlformats.org/officeDocument/2006/relationships/image" Target="/ppt/media/image3.png" Id="R71a51a6171c34e13" /><Relationship Type="http://schemas.openxmlformats.org/officeDocument/2006/relationships/image" Target="/ppt/media/image4.png" Id="R2ed6ff1b499e4653" /><Relationship Type="http://schemas.openxmlformats.org/officeDocument/2006/relationships/image" Target="/ppt/media/image5.png" Id="R6d0fe09e0fb04aa1" /><Relationship Type="http://schemas.openxmlformats.org/officeDocument/2006/relationships/image" Target="/ppt/media/image6.png" Id="R22823b9021e14b22" /><Relationship Type="http://schemas.openxmlformats.org/officeDocument/2006/relationships/image" Target="/ppt/media/image7.png" Id="R692d0b3214a842e6" /><Relationship Type="http://schemas.openxmlformats.org/officeDocument/2006/relationships/image" Target="/ppt/media/image8.png" Id="R37cb361c0e1e4ede" /><Relationship Type="http://schemas.openxmlformats.org/officeDocument/2006/relationships/image" Target="/ppt/media/image9.png" Id="R01fb99261ad347d8" /><Relationship Type="http://schemas.openxmlformats.org/officeDocument/2006/relationships/image" Target="/ppt/media/image17.png" Id="R4e6205ee872b4d01" /><Relationship Type="http://schemas.openxmlformats.org/officeDocument/2006/relationships/notesSlide" Target="/ppt/notesSlides/notesSlide17.xml" Id="Red289937054c47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e6c46521c4c69" /><Relationship Type="http://schemas.openxmlformats.org/officeDocument/2006/relationships/image" Target="/ppt/media/image.png" Id="R7ef63eda34774b49" /><Relationship Type="http://schemas.openxmlformats.org/officeDocument/2006/relationships/image" Target="/ppt/media/image2.png" Id="R03559a305fd24410" /><Relationship Type="http://schemas.openxmlformats.org/officeDocument/2006/relationships/notesSlide" Target="/ppt/notesSlides/notesSlide18.xml" Id="R50dea4478b9149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1f5a9a16e47fe" /><Relationship Type="http://schemas.openxmlformats.org/officeDocument/2006/relationships/image" Target="/ppt/media/image.png" Id="R458e19f0e3164aff" /><Relationship Type="http://schemas.openxmlformats.org/officeDocument/2006/relationships/image" Target="/ppt/media/image2.png" Id="Rc3c01a055b534f3c" /><Relationship Type="http://schemas.openxmlformats.org/officeDocument/2006/relationships/image" Target="/ppt/media/image3.png" Id="R42f6493cb05e4ebc" /><Relationship Type="http://schemas.openxmlformats.org/officeDocument/2006/relationships/image" Target="/ppt/media/image4.png" Id="R94aba85c9c4e4a3a" /><Relationship Type="http://schemas.openxmlformats.org/officeDocument/2006/relationships/image" Target="/ppt/media/image5.png" Id="R6ff8f5d92e7446ab" /><Relationship Type="http://schemas.openxmlformats.org/officeDocument/2006/relationships/image" Target="/ppt/media/image6.png" Id="R34614f9158374c7a" /><Relationship Type="http://schemas.openxmlformats.org/officeDocument/2006/relationships/image" Target="/ppt/media/image7.png" Id="R1d320990476146cd" /><Relationship Type="http://schemas.openxmlformats.org/officeDocument/2006/relationships/image" Target="/ppt/media/image8.png" Id="R9dc75f3305c94cf3" /><Relationship Type="http://schemas.openxmlformats.org/officeDocument/2006/relationships/image" Target="/ppt/media/image9.png" Id="Rae9ca93c77a740dc" /><Relationship Type="http://schemas.openxmlformats.org/officeDocument/2006/relationships/image" Target="/ppt/media/image18.png" Id="Reacb6f1486344fb0" /><Relationship Type="http://schemas.openxmlformats.org/officeDocument/2006/relationships/notesSlide" Target="/ppt/notesSlides/notesSlide19.xml" Id="R6fbbbdefb6d646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f633eb094610" /><Relationship Type="http://schemas.openxmlformats.org/officeDocument/2006/relationships/image" Target="/ppt/media/image.png" Id="Reea39472465d4ea5" /><Relationship Type="http://schemas.openxmlformats.org/officeDocument/2006/relationships/image" Target="/ppt/media/image2.png" Id="Reba73944c63945f8" /><Relationship Type="http://schemas.openxmlformats.org/officeDocument/2006/relationships/notesSlide" Target="/ppt/notesSlides/notesSlide20.xml" Id="R87703610078c48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5ff30e0ca4577" /><Relationship Type="http://schemas.openxmlformats.org/officeDocument/2006/relationships/image" Target="/ppt/media/image.png" Id="Rc1368ad6c1334f26" /><Relationship Type="http://schemas.openxmlformats.org/officeDocument/2006/relationships/image" Target="/ppt/media/image2.png" Id="R5e98dd3afdd84be2" /><Relationship Type="http://schemas.openxmlformats.org/officeDocument/2006/relationships/image" Target="/ppt/media/image3.png" Id="Rd72b27ddb5894572" /><Relationship Type="http://schemas.openxmlformats.org/officeDocument/2006/relationships/image" Target="/ppt/media/image4.png" Id="Re70d3f4daccf4813" /><Relationship Type="http://schemas.openxmlformats.org/officeDocument/2006/relationships/image" Target="/ppt/media/image5.png" Id="Rb2dfc5f4e5684752" /><Relationship Type="http://schemas.openxmlformats.org/officeDocument/2006/relationships/image" Target="/ppt/media/image6.png" Id="Rcf89ac638cf345f3" /><Relationship Type="http://schemas.openxmlformats.org/officeDocument/2006/relationships/image" Target="/ppt/media/image7.png" Id="Reebe0f73dc3a49ff" /><Relationship Type="http://schemas.openxmlformats.org/officeDocument/2006/relationships/image" Target="/ppt/media/image8.png" Id="R8b539e0142944f77" /><Relationship Type="http://schemas.openxmlformats.org/officeDocument/2006/relationships/image" Target="/ppt/media/image9.png" Id="Rdb20efce4ec04d9a" /><Relationship Type="http://schemas.openxmlformats.org/officeDocument/2006/relationships/image" Target="/ppt/media/image19.png" Id="R44139d5560144512" /><Relationship Type="http://schemas.openxmlformats.org/officeDocument/2006/relationships/notesSlide" Target="/ppt/notesSlides/notesSlide21.xml" Id="R51251c0e96a140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2fcd1908d4e9d" /><Relationship Type="http://schemas.openxmlformats.org/officeDocument/2006/relationships/image" Target="/ppt/media/image.png" Id="R3c2f4c201f3740ad" /><Relationship Type="http://schemas.openxmlformats.org/officeDocument/2006/relationships/image" Target="/ppt/media/image2.png" Id="Re03d7eb26b8344bd" /><Relationship Type="http://schemas.openxmlformats.org/officeDocument/2006/relationships/notesSlide" Target="/ppt/notesSlides/notesSlide22.xml" Id="Rf6f4020321ff458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6a8cb47ec546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e44ddd8ae44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baa873555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8BFCDDB-FCC7-450D-AE68-B7C7A87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11   |   FINAL PROJECT   |   100 MENIT</a:t>
            </a:r>
            <a:endParaRPr sz="13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70E3344-9349-446E-9C01-17F9669A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CHATBOT</a:t>
            </a:r>
            <a:endParaRPr sz="5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A911672C-D4CA-4602-BF82-252C751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PYTHON + PGVECTOR</a:t>
            </a:r>
            <a:endParaRPr sz="2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7198172-F1B4-4574-9EF8-6013BBCD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Dokumen → chunk → vektor → retrieval → jawaban bersitasi</a:t>
            </a:r>
            <a:endParaRPr sz="16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7C06A2D-8C4B-40B4-A93B-17193D0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Jalur lokal utuh; semantic model dan Groq opsional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C668E45B-BCD7-4ECC-8D54-2107A7A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492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88D5500F-4F41-4AA5-A895-B338A43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11  |  CAPSTONE PROJECT</a:t>
            </a:r>
            <a:endParaRPr sz="12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EE9DA74-978E-43D7-854B-142518B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6046CE9-0535-4180-BDD1-31CB6D19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860769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6C7570-4075-44C4-B1A0-60CBCC9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661913-55F3-4918-8534-78E1D92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869FC61-17C8-4429-9E3E-747C7125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b55ba79e641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3c6623dab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C42AF6-EF8F-467F-BA31-1623FB3A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CA688F5-28FF-4146-AF5C-1B67436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 Lab 11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641F63C-6393-4106-9495-34BB697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RAG dapat diuji lokal tanpa API berbayar atau akun cloud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4D08999-621F-40EF-A87E-D39F073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C071B2F-A186-46CA-9043-1A7EBE1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 INTI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 yang tersedia</a:t>
            </a:r>
            <a:endParaRPr sz="1100"/>
          </a:p>
        </p:txBody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f1a6377c9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DBEE968-0713-42BB-9EA3-3ADBBD96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pgvector Compose</a:t>
            </a:r>
            <a:endParaRPr sz="1600"/>
          </a:p>
        </p:txBody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b6125939b4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0F93399F-A88B-4662-A8EC-3B5CE5A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Ingest dokumen .md/.txt</a:t>
            </a:r>
            <a:endParaRPr sz="1600"/>
          </a:p>
        </p:txBody>
      </p:sp>
      <p:pic>
        <p:nvPicPr>
          <p:cNvPr id="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4434eb0d24a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3E26D86-286F-4F16-A0BE-29F8800C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Chunk 500/50 pada baseline hash</a:t>
            </a:r>
            <a:endParaRPr sz="1600"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67f8784864b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C1D037F-3F03-4E2E-86CC-DA638A8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Cari top-K dengan cosine distance</a:t>
            </a:r>
            <a:endParaRPr sz="1600"/>
          </a:p>
        </p:txBody>
      </p:sp>
      <p:pic>
        <p:nvPicPr>
          <p:cNvPr id="5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69fad3e04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9A1D7466-E5F7-4A44-A2B4-2F8C490F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FastAPI docs dan web chat</a:t>
            </a:r>
            <a:endParaRPr sz="1600"/>
          </a:p>
        </p:txBody>
      </p:sp>
      <p:pic>
        <p:nvPicPr>
          <p:cNvPr id="6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816d0da624c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D6D2D75-35F5-4EF7-8082-981B9D3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dokumen, indeks ulang</a:t>
            </a:r>
            <a:endParaRPr sz="1600"/>
          </a:p>
        </p:txBody>
      </p:sp>
      <p:pic>
        <p:nvPicPr>
          <p:cNvPr id="6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546fd2f624c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36C98FA-4814-45AD-B122-AE1BD4A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Benchmark, Git, cloud opsional</a:t>
            </a:r>
            <a:endParaRPr sz="16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08613EBB-4609-4F67-AA3F-3701588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C6A045F-FC36-4E40-8B88-1C83E15A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PROYEK KELOMPOK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Tim 3 orang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5C17B08-7AA4-4D5B-8187-3E9F438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memberi jawaban bersumber bila relevan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top-K, sitasi, dan latensi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Simpan bukti bila berguna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Minggu 7 dan 14; tanpa nilai Lab 11</a:t>
            </a:r>
            <a:endParaRPr sz="17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BD0F131-0D21-413A-A7DE-B19F9BD8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25DE84D2-F2BA-4775-B215-E02916B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 mahasiswa untuk perintah lengkap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026383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be3415a6349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7b814355849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 | Hidupkan pgvector dan Python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PowerShell dari root repo Lab 11; database mandiri di host port 5433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Persiapan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Copy-Item secrets/db_password.txt.example `
  secrets/db_password.txt
Copy-Item .env.example .env
docker compose up -d --wait
docker compose ps
python -m venv .venv
.\.venv\Scripts\python -m pip install `
  -r requirements.txt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Apa yang dibuat Compose?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db memakai pgvector/pgvector:pg16.
Init SQL membuat extension vector.
Tabel documents menyimpan vector(384).
HNSW memakai vector_cosine_ops.
Secret DB dari file lokal yang di-ignore.
Healthcheck menunggu Postgres siap.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67023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342453b44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ca6b368ff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 | pgvector healthy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aktual docker compose ps sesudah healthcheck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d6b2c73cd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docker compose ps.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f42cdb5f84d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cek DB dan port host.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9ad1cd44e40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Compose baca healthcheck db.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c630a41b7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Port host 5433 menuju 5432 container.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d5bfc44a740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Nama project cloud-notes-rag.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0573256174b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Volume rag_data menyimpan data.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86c7b829049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Periksa logs db jika belum healthy.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db healthy pada 127.0.0.1:5433.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15452b06043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3057325"/>
            <a:ext cx="5084064" cy="10908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75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871a0f11845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0d6d3dafb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1b | Docker Desktop pgvector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Mesin lokal menampilkan satu container DB untuk project cloud-notes-rag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a1b0dc146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Docker Desktop &gt; Containers.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ac4bf03b3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lihat status pgvector.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fb1697a62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UI baca container Compose.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a92d8f73f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Kolom Port(s) menampilkan 5433:5432.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f9f890be5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Port 5433 dipakai Python dari host.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b05efe2ea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Klik db-1 untuk membaca logs.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cc3aa90024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UI dan docker compose ps konsisten.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db-1 hidup, host port 5433.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0ababaa9b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219216"/>
            <a:ext cx="5084064" cy="2767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0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80da9168e4b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ed055e1a246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 | Kunci pipeline ingest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rag.py mengubah dokumen menjadi baris vectors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 dan inti SQL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.\.venv\Scripts\python rag.py ingest
# Baca jumlah files, chunks, model,
# chunk_size, overlap pada output.
SELECT source_file, chunk_index,
       token_start, token_end
FROM documents;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Cara kerja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 hash memakai regex token demo.
Panjang 500 + overlap 50 token demo.
Vector 384 dimensi dari hashing kata.
TRUNCATE dan INSERT dalam transaksi.
rag_meta mencatat mode saat ingest.
Hash bukan semantic embedding produksi.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67545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f60b27caf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f54ccbf09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1c | Ingest dokumen contoh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aktual dari .\.venv\Scripts\python rag.py ingest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4a4bfa566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python rag.py ingest.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6a799e48846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bangun indeks dokumen.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982ccc0bb46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docs jadi chunk/vektor pgvector.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1d087251a40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chunk_size=500 token demo.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ae96a2bb1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overlap=50 token demo.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8681ff5b94c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Setelah tambah file, jalankan ulang.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608f3c99b4c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Periksa /ready sebelum membuka chat.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files=3, chunks=6 pada baseline hash.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0bf52e8694d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902873"/>
            <a:ext cx="5084064" cy="13997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24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04b5fdb9c43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2e8cde6be4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 | Retrieval dan sumber top-K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Vector pertanyaan dibandingkan pada SQL match_documents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.\.venv\Scripts\python rag.py ask `
  "Mengapa RLS penting untuk Supabase?"
# Lihat jarak dan sumber [S1], [S2].
# app.py juga memakai fungsi yang sama.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Kunci SQL pgvector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 source_file, content,
  embedding &lt;=&gt; query_embedding
  AS distance
FROM documents
ORDER BY embedding &lt;=&gt; query_embedding
  ASC LIMIT 3;
Jarak kecil = lebih dekat.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4669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fc4e5625c41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e2ff3b809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2 | Retrieval dan sitasi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Sumber yang dikembalikan berasal dari dokumen yang tersimpan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627ea32947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isi pertanyaan; klik Kirim.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6a8754b05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cari sumber top-K.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cd4b75c2247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query diurutkan jarak vektor.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d9566560d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[S1] merujuk sumber teratas.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06a32dd7f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Jarak dibandingkan antar chunk.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a084772c642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Tanpa GROQ_API_KEY, jawaban ekstraktif.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de31d6d15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Periksa apakah sitasi mendukung klaim.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Top-K menampilkan file, bagian, dan jarak.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8948e1a954f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0860" y="2057400"/>
            <a:ext cx="4160520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67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331ffcc0d46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6063ccfb4f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| Jalankan API dan uji kontrak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FastAPI melayani health, ready, ask, dan halaman chat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PowerShell: terminal tetap hidup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.\.venv\Scripts\python -m uvicorn `
  app:app --host 127.0.0.1 --port 8011
# Buka http://127.0.0.1:8011/docs
# Buka http://127.0.0.1:8011/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Terminal lain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Invoke-RestMethod `
  http://127.0.0.1:8011/health
Invoke-RestMethod `
  http://127.0.0.1:8011/ready
POST /api/ask membutuhkan question;
top_k 1 sampai 10, default 3.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38072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db55654a3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68853a318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 | OpenAPI dari server aktif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Dokumentasi FastAPI yang diekspor saat aplikasi lokal berjalan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9c131b9384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buka localhost:8011/docs.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eafcc75ca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lihat kontrak API.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1e260437c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FastAPI membuat OpenAPI.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00b4dd826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/api/ask menerima JSON question.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d36b617ca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422 bila body melanggar schema.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8b5720a56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Cek port 8011 jika gagal dibuka.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063c4ac26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UI / memakai index.html lokal.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menampilkan endpoint Cloud Notes RAG.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5f12f0ffd4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4959" y="2057400"/>
            <a:ext cx="4832321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982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a929398c5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6fdeca73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5 | Ajukan pertanyaan dan baca sitasi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 chat dan API menggunakan answer_question yang sama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PowerShell: POST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$body = @{
  question = 'Apa beda image dan container?'
  top_k = 3
} | ConvertTo-Json
Invoke-RestMethod `
  http://127.0.0.1:8011/api/ask `
  -Method Post -ContentType application/json `
  -Body $body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Hasil yang diperiksa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memuat [S1] bila ada sumber.
sources berisi source_file/chunk/distance.
latency_ms mengukur proses aplikasi.
Browser chat menampilkan sitasi.
Tanpa key Groq: jawaban ekstraktif.
Jangan klaim model LLM dipakai default.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1614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9622972bc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d3cb34dc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 | Jawaban web bersitasi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Pertanyaan tentang Docker, jawaban dan sumber ditampilkan bersama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d105dcaa541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ketik pertanyaan; klik Kirim.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7589da06146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lihat jawaban dan sumber.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37d065a5045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API ambil chunk, beri sitasi.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2a790b7dc42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UI menampilkan nama file dan bagian.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cfa09ed29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Distance memberi konteks retrieval.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96357833d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Cek kalimat terhadap dokumen asal.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0a1ae6d16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Jangan anggap semua jawaban pasti benar.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 menampilkan jawaban serta sumber [S1–S3].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f6b5732c74a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8582" y="2057400"/>
            <a:ext cx="4945075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95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bdf9a489f45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d6c67cac74c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API | POST menjawab 200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 nyata pada /api/ask memuat sitasi dan tiga sumber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51d87f10d46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POST /api/ask top_k=3.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995559fe243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uji API tanpa web chat.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a1bff781d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validasi lalu cari 3 chunk.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b4d0ac1784b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Jawaban ekstraktif menandai [S1].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316ba365b4c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sources memuat file, bagian, jarak.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8e6bc6ace42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HTTP 200 membuktikan endpoint bekerja.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41625b00f4e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Periksa isi sumber sebelum memakai jawaban.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Skor jarak membantu telusur, bukan bukti fakta.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7472fb901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2342357"/>
            <a:ext cx="5029200" cy="2493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6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78938250b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cbe3b254d4f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API | top_k nol ditolak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Validasi request memberi HTTP 422 sebelum query database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4d762ddb8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POST /api/ask top_k=0.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b7051ee6648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uji batas input.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042cf3f7e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Pydantic tolak sebelum SQL.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87412b29e4a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Handler retrieval tidak dijalankan.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a1e1de59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HTTP 422 muncul pada server response.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28a7ba85c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loc menunjuk body.top_k.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95af80b8e4f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Pesan meminta nilai minimal satu.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 422 adalah hasil validasi yang diharapkan.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2baebe5a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2614665"/>
            <a:ext cx="5029200" cy="19487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80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c4d3369744d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60b9bbcc446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| Kunci challenge dokumen baru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Tambah pengetahuan kelas, indeks ulang, lalu buktikan di UI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Set-Content docs/kelas_visual.md -Value `
  'Status visual membantu on-call memeriksa health.'
.\.venv\Scripts\python rag.py ingest
.\.venv\Scripts\python rag.py ask `
  "Apa manfaat status visual untuk on-call?"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Mengapa indeks ulang?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rag.py ingest mengganti indeks lama
secara transaksional dengan semua docs/.
Tanpa ingest, file baru belum ada di DB.
Cari kelas_visual.md pada file dan sources.
Jangan masukkan rahasia atau data privat.
Catat jumlah chunk sebelum/sesudah.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2008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d0a9bdb41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729dc93ac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 | Dokumen baru masuk indeks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ingest setelah file kelas_visual.md ditambahkan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51a6171c3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python rag.py ingest.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6ff1b499e4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perbarui korpus kelas.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fe09e0fb04a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indeks ulang dari 4 file.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23b9021e14b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Mode tetap hashing-384 baseline.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0b3214a842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chunk_size=500 dan overlap=50.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b361c0e1e4e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Uji pertanyaan untuk memeriksa top-K.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99261ad347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Git hanya untuk dokumen contoh publik.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Files=4 dan chunks=7 setelah reindex.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205ee872b4d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251021"/>
            <a:ext cx="5084064" cy="2703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46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63eda3477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59a305fd2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7 | Benchmark dan opsi semantic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Ukur beberapa pertanyaan; bedakan baseline hash dari embedding model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.\.venv\Scripts\python benchmark.py
# 3 pertanyaan × 5 pengulangan.
# Opsional semantic:
.\.venv\Scripts\python -m pip install `
  -r requirements-semantic.txt
# EMBED_MODE=semantic di .env,
# lalu jalankan rag.py ingest ulang.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Apa yang dilaporkan?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benchmark.py menulis JSONL lokal.
p50 = median, p95 = nearest-rank.
Semantic = all-MiniLM-L6-v2, 384 dim.
Input model sekitar 256 word pieces;
chunk dipendekkan sampai &lt;= batas.
Groq/LLM memerlukan key server opsional.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011749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e19f0e316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01a055b53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6 | Benchmark 15 query aktual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Tiga pertanyaan × lima pengulangan pada mesin uji lokal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6493cb05e4e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benchmark.py --repeat 5.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a85c9c4e4a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ukur latensi 15 query.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8f5d92e7446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p50/p95 dari waktu respons.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14f915837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p95 = 189.26 ms pada mesin uji.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20990476146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Latensi berubah menurut mesin/beban.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75f3305c9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JSONL menyimpan tiap respons.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ca93c77a7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Mode hash belum biaya API LLM.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 sampel; p50 61.51 ms; p95 189.26 ms.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b6f148634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388031"/>
            <a:ext cx="5084064" cy="24294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9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39472465d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3944c63945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8 | Kunci challenge 10 cek RAG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Jalankan ketika Compose, ingest, dan Uvicorn masih hidup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.\.venv\Scripts\python -B `
  tests\challenge.py
# Target: challenge: 10 PASS, 0 FAIL.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Cakupan checker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384 dimensi dan chunk valid.
p95 nearest-rank konsisten.
/health dan /ready 200.
Ask memberi jawaban + sumber.
top_k=0 ditolak HTTP 422.
Ekstraktif memakai sitasi [S1].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200400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79FF6B-910B-4E58-955B-7B6FE298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2C906-5F0A-42A0-94F0-9170DC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EEB222-C692-4EAC-956E-AC234E3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68ad6c133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8dd3afdd84b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BB8DDD6-8220-4D71-BBC2-85CF025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65D56B-C6C4-41CD-9002-401D1A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7 | Challenge 10 PASS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67422E-13CF-4C4B-B92C-BD5193C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uji end-to-end aktual setelah server dan DB siap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83768A1-8663-4DA0-8F88-261CD28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EA5EA30-C448-4C70-9EC6-2481712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b27ddb589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3B25D18-01EE-4A7E-BCC4-163B8F4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python -B tests/challenge.py.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d3f4daccf4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A13C62C-A937-4AB2-A4E7-CAA3ED7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uji DB, API, sitasi.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fc5f4e5684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7B16F52-3399-4FCE-9D9A-B5CF3C65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10 assertion lokal dan HTTP.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9ac638cf345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BE1F27C-32AF-4CD9-A303-059FE39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Referensi sumber dapat dilacak.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0f73dc3a49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2F0D419-6A60-4F73-AA96-AB2F2DE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Input top_k=0 ditolak 422.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39e0142944f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7348AFF7-ECF9-4F80-B0E4-ECA2A459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Mode default tidak memanggil API bayar.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0efce4ec04d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B8FE3C74-8320-40DA-82D3-27789ED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Semua 10 PASS, 0 FAIL.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341A3AF-3A5B-49CA-B13D-2C307F1C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1B597074-D41C-477E-B011-37C4588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1F6CB16E-FFA7-4EB8-9831-521CE38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7FC777FC-F540-418C-9FA3-B9D94F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535A2DE-B237-4417-B547-47453DC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 lengkap: 10 PASS, 0 FAIL.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39d556014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088" y="2696936"/>
            <a:ext cx="5084064" cy="1811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953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4054BC-ADC2-4986-AAF9-895DC6D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69F6F8-B7F5-4586-8C44-90E726E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A6EEF9E-A69E-4941-A56B-328F8CF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f4c201f37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d7eb26b8344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AEFB080-BD21-41C3-8266-81DA2E0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A8475FE-12CA-406C-B684-7A9421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9 | Git aman dan jalur cloud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4BA88A-E417-4322-BFC2-9972261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Sumber dan SQL boleh dipush; credential dan benchmark lokal tidak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998E377-C26D-41C5-A62D-C594E0E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615A271-5B91-428F-82D6-D2F273D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C7F0B0-1BB7-4B86-B7A8-78D1387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D9BC19C-3C17-44CF-BE11-E1047B1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A2CA47-0A5C-4334-A1B7-262D9E9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8F799B-4840-4D3C-92EE-5F45566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Sebelum push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13750E3-5216-4832-B866-430374D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check-ignore .env
git check-ignore secrets/db_password.txt
git check-ignore .venv
git add app.py rag.py benchmark.py
git add compose.yaml initdb docs index.html
git add requirements*.txt README.md
git diff --cached --check
git commit -m "lab11: RAG pgvector"
git push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41079E7-6267-430B-91AC-297B6D6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EC92CF-DEE8-49D4-97A3-416C041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2772E3-51C4-4C3E-892A-C77B193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01E9D7D-9E1E-4A69-A3D3-F597DA3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22D841-0221-436E-B321-0918C7B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00FF3A-1B61-42A2-A9F9-3D8F8900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Ekstensi cloud bila tersedia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71E5C-DFB6-4F51-8889-82CA8AFE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200"/>
              </a:spcAft>
              <a:buNone/>
              <a:defRPr sz="1050">
                <a:solidFill>
                  <a:srgbClr val="DDEAF7"/>
                </a:solidFill>
                <a:latin typeface="Consolas"/>
                <a:ea typeface="Consolas"/>
                <a:cs typeface="Consolas"/>
              </a:defRPr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Gunakan DB managed yang dapat dijangkau.
Atur RLS/grants sebelum dokumen publik.
Simpan Groq key hanya di server secret.
Frontend Vercel panggil API publik.
localhost:5433 tidak ada di Vercel.
Monitor /health dan /ready.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029843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2026-10-07T19:04:16.6960000Z</dcterms:created>
  <dcterms:modified xsi:type="dcterms:W3CDTF">2026-10-07T19:04:16.6960000Z</dcterms:modified>
</coreProperties>
</file>