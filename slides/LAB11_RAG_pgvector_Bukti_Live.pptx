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6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8BFCDDB-FCC7-450D-AE68-B7C7A8705874}"/>
              </a:ext>
            </a:extLst>
          </p:cNvPr>
          <p:cNvSpPr>
            <a:spLocks noGrp="1"/>
          </p:cNvSpPr>
          <p:nvPr/>
        </p:nvSpPr>
        <p:spPr>
          <a:xfrm>
            <a:off x="457200" y="233172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11   |   FINAL PROJECT   |   100 MENIT</a:t>
            </a:r>
            <a:endParaRPr sz="13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470E3344-9349-446E-9C01-17F9669A01C4}"/>
              </a:ext>
            </a:extLst>
          </p:cNvPr>
          <p:cNvSpPr>
            <a:spLocks noGrp="1"/>
          </p:cNvSpPr>
          <p:nvPr/>
        </p:nvSpPr>
        <p:spPr>
          <a:xfrm>
            <a:off x="457200" y="269748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 CHATBOT</a:t>
            </a:r>
            <a:endParaRPr sz="50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911672C-D4CA-4602-BF82-252C75112E13}"/>
              </a:ext>
            </a:extLst>
          </p:cNvPr>
          <p:cNvSpPr>
            <a:spLocks noGrp="1"/>
          </p:cNvSpPr>
          <p:nvPr/>
        </p:nvSpPr>
        <p:spPr>
          <a:xfrm>
            <a:off x="457200" y="35204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PYTHON + PGVECTOR</a:t>
            </a:r>
            <a:endParaRPr sz="2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7198172-F1B4-4574-9EF8-6013BBCDE05E}"/>
              </a:ext>
            </a:extLst>
          </p:cNvPr>
          <p:cNvSpPr>
            <a:spLocks noGrp="1"/>
          </p:cNvSpPr>
          <p:nvPr/>
        </p:nvSpPr>
        <p:spPr>
          <a:xfrm>
            <a:off x="457200" y="416052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Dokumen → chunk → vektor → retrieval → jawaban bersitasi</a:t>
            </a:r>
            <a:endParaRPr sz="160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7C06A2D-8C4B-40B4-A93B-17193D0B9CFE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Jalur lokal utuh; semantic model dan Groq opsional</a:t>
            </a:r>
            <a:endParaRPr sz="13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668E45B-BCD7-4ECC-8D54-2107A7A67BF3}"/>
              </a:ext>
            </a:extLst>
          </p:cNvPr>
          <p:cNvSpPr>
            <a:spLocks noGrp="1"/>
          </p:cNvSpPr>
          <p:nvPr/>
        </p:nvSpPr>
        <p:spPr>
          <a:xfrm>
            <a:off x="5715000" y="507492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8D5500F-4F41-4AA5-A895-B338A4361EB1}"/>
              </a:ext>
            </a:extLst>
          </p:cNvPr>
          <p:cNvSpPr>
            <a:spLocks noGrp="1"/>
          </p:cNvSpPr>
          <p:nvPr/>
        </p:nvSpPr>
        <p:spPr>
          <a:xfrm>
            <a:off x="457200" y="521208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11  |  CAPSTONE PROJECT</a:t>
            </a:r>
            <a:endParaRPr sz="12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EE9DA74-978E-43D7-854B-142518B2830F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6046CE9-0535-4180-BDD1-31CB6D1983F7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860769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6C7570-4075-44C4-B1A0-60CBCC97821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661913-55F3-4918-8534-78E1D9280BD9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869FC61-17C8-4429-9E3E-747C712572D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C42AF6-EF8F-467F-BA31-1623FB3A47B1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CA688F5-28FF-4146-AF5C-1B674362C7EA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11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641F63C-6393-4106-9495-34BB6976CE9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RAG dapat diuji lokal tanpa API berbayar atau akun cloud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C4D08999-621F-40EF-A87E-D39F0730ADDB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C071B2F-A186-46CA-9043-1A7EBE1CCCF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9DBEE968-0713-42BB-9EA3-3ADBBD96AA8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pgvector Compose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0F93399F-A88B-4662-A8EC-3B5CE5A244F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Ingest dokumen .md/.txt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3E26D86-286F-4F16-A0BE-29F8800C241E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Chunk 500/50 pada baseline hash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C1D037F-3F03-4E2E-86CC-DA638A8CF2D3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Cari top-K dengan cosine distance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9A1D7466-E5F7-4A44-A2B4-2F8C490F9486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FastAPI docs dan web chat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D6D2D75-35F5-4EF7-8082-981B9D3E5D35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dokumen, indeks ulang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36C98FA-4814-45AD-B122-AE1BD4A5956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Benchmark, Git, cloud opsional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08613EBB-4609-4F67-AA3F-3701588B7B4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C6A045F-FC36-4E40-8B88-1C83E15A450A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5C17B08-7AA4-4D5B-8187-3E9F438A8CCE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DB dan hasil ingest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Top-K, jarak, dan sitasi [S1]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Chat web/API dan dokumen baru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p50/p95 dan commit aman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BD0F131-0D21-413A-A7DE-B19F9BD85E2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5DE84D2-F2BA-4775-B215-E02916BD8E52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026383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pgvector dan Python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 dari root repo Lab 11; database mandiri di host port 5433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Persiapan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Copy-Item secrets/db_password.txt.example `
  secrets/db_password.txt
Copy-Item .env.example .env
docker compose up -d --wait
docker compose ps
python -m venv .venv
.\.venv\Scripts\python -m pip install `
  -r requirements.txt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dibuat Compose?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db memakai pgvector/pgvector:pg16.
Init SQL membuat extension vector.
Tabel documents menyimpan vector(384).
HNSW memakai vector_cosine_ops.
Secret DB dari file lokal yang di-ignore.
Healthcheck menunggu Postgres siap.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02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pgvector healthy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aktual docker compose ps sesudah healthcheck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docker compose ps membaca service.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db memakai pgvector/pgvector:pg16.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Status healthy berarti DB siap.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Port host 5433 menuju 5432 container.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Nama project cloud-notes-rag.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Volume rag_data menyimpan data.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logs db jika belum healthy.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db healthy pada 127.0.0.1:5433.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238FC-623C-7B29-FF0A-65E47E29BD36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3057325"/>
            <a:ext cx="5084064" cy="109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675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Docker Desktop pgvector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Mesin lokal menampilkan satu container DB untuk project cloud-notes-rag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Buka Docker Desktop → Containers.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Cari project cloud-notes-rag.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Titik hijau pada db-1 = hidup.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Kolom Port(s) menampilkan 5433:5432.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Port 5433 dipakai Python dari host.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Klik db-1 untuk membaca logs.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dan docker compose ps konsisten.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db-1 hidup, host port 5433.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96112C-F880-86B8-4859-90F44499D1B9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219216"/>
            <a:ext cx="5084064" cy="27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10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Kunci pipeline ingest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rag.py mengubah dokumen menjadi baris vectors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dan inti SQL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rag.py ingest
# Baca jumlah files, chunks, model,
# chunk_size, overlap pada output.
SELECT source_file, chunk_index,
       token_start, token_end
FROM documents;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Mode hash memakai regex token demo.
Panjang 500 + overlap 50 token demo.
Vector 384 dimensi dari hashing kata.
TRUNCATE dan INSERT dalam transaksi.
rag_meta mencatat mode saat ingest.
Hash bukan semantic embedding produksi.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545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1c | Ingest dokumen contoh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aktual dari .\.venv\Scripts\python rag.py ingest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rag.py ingest membaca docs/.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Tiga file menjadi enam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awal hashing-384-classroom-baseline.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chunk_size=500 token demo.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overlap=50 token demo.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Setelah tambah file, jalankan ulang.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/ready sebelum membuka chat.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files=3, chunks=6 pada baseline hash.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213402-2566-F9C4-B163-A76A355692CC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902873"/>
            <a:ext cx="5084064" cy="1399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224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Retrieval dan sumber top-K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Vector pertanyaan dibandingkan pada SQL match_documents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rag.py ask `
  "Mengapa RLS penting untuk Supabase?"
# Lihat jarak dan sumber [S1], [S2].
# app.py juga memakai fungsi yang sama.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SQL pgvector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SELECT source_file, content,
  embedding &lt;=&gt; query_embedding
  AS distance
FROM documents
ORDER BY embedding &lt;=&gt; query_embedding
  ASC LIMIT 3;
Jarak kecil = lebih dekat.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6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Retrieval dan sitasi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Sumber yang dikembalikan berasal dari dokumen yang tersimpan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s-E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Pertanyaan dibuat vector 384 dimensi.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match_documents mengurutkan jarak.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Sumber memuat file dan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[S1] merujuk sumber teratas.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Jarak dibandingkan antar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Tanpa GROQ_API_KEY, jawaban ekstraktif.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apakah sitasi mendukung klaim.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Top-K menampilkan file, bagian, dan jarak.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8E2FC8-148D-F112-F2A5-4684DA7FF144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860" y="2057400"/>
            <a:ext cx="4160520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967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Jalankan API dan uji kontrak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FastAPI melayani health, ready, ask, dan halaman chat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terminal tetap hidup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-m uvicorn `
  app:app --host 127.0.0.1 --port 8011
# Buka http://127.0.0.1:8011/docs
# Buka http://127.0.0.1:8011/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lain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Invoke-RestMethod `
  http://127.0.0.1:8011/health
Invoke-RestMethod `
  http://127.0.0.1:8011/ready
POST /api/ask membutuhkan question;
top_k 1 sampai 10, default 3.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072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OpenAPI dari server aktif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Dokumentasi FastAPI yang diekspor saat aplikasi lokal berjalan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/docs berasal dari FastAPI berjalan.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/health = proses API hidup.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/ready = indeks ada dan mode cocok.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/api/ask menerima JSON question.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de-D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422 bila body melanggar schema.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Cek port 8011 jika gagal dibuka.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/ memakai index.html lokal.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Browser menampilkan endpoint Cloud Notes RAG.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4772A-2E16-0E9B-D1CA-8063DFB5052A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959" y="2057400"/>
            <a:ext cx="4832321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98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Ajukan pertanyaan dan baca sitasi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chat dan API menggunakan answer_question yang sama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POST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$body = '{"question":"Apa perbedaan image dan container?","top_k":3}'
Invoke-RestMethod `
  http://127.0.0.1:8011/api/ask `
  -Method Post -ContentType application/json `
  -Body $body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Hasil yang diperiksa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answer memuat [S1] bila ada sumber.
sources berisi source_file/chunk/distance.
latency_ms mengukur proses aplikasi.
Browser chat menampilkan sitasi.
Tanpa key Groq: jawaban ekstraktif.
Jangan klaim model LLM dipakai default.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614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Jawaban web bersitasi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Pertanyaan tentang Docker, jawaban dan sumber ditampilkan bersama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Ketik pertanyaan lalu klik Kirim.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Server mencari top-K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Jawaban menyebut sumber [S1].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menampilkan nama file dan bagian.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Distance memberi konteks retrieval.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Cek kalimat terhadap dokumen asal.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anggap semua jawaban pasti benar.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Chat menampilkan jawaban serta sumber [S1–S3].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E34FC8-485B-032E-DED7-97932805F5C2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8582" y="2057400"/>
            <a:ext cx="4945075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9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Kunci challenge dokumen baru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Tambah pengetahuan kelas, indeks ulang, lalu buktikan di UI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Set-Content docs/kelas_visual.md -Value `
  'Status visual membantu on-call memeriksa health.'
.\.venv\Scripts\python rag.py ingest
.\.venv\Scripts\python rag.py ask `
  "Apa manfaat status visual untuk on-call?"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indeks ulang?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rag.py ingest mengganti indeks lama
secara transaksional dengan semua docs/.
Tanpa ingest, file baru belum ada di DB.
Cari kelas_visual.md pada file dan sources.
Jangan masukkan rahasia atau data privat.
Catat jumlah chunk sebelum/sesudah.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00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Dokumen baru masuk indeks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ingest setelah file kelas_visual.md ditambahkan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pt-B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File kelas_visual.md berada di docs/.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b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Ingest ulang memproses empat file.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Screenshot menampilkan chunks=7.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tetap hashing-384 baseline.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chunk_size=500 dan overlap=50.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Uji pertanyaan untuk memeriksa top-K.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Git hanya untuk dokumen contoh publik.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Files=4 dan chunks=7 setelah reindex.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9636F2-71EE-79E6-AFDE-1B3BE45AAAC4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251021"/>
            <a:ext cx="5084064" cy="270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146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Benchmark dan opsi semantic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Ukur beberapa pertanyaan; bedakan baseline hash dari embedding model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benchmark.py
# 3 pertanyaan × 5 pengulangan.
# Opsional semantic:
.\.venv\Scripts\python -m pip install `
  -r requirements-semantic.txt
# EMBED_MODE=semantic di .env,
# lalu jalankan rag.py ingest ulang.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dilaporkan?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benchmark.py menulis JSONL lokal.
p50 = median, p95 = nearest-rank.
Semantic = all-MiniLM-L6-v2, 384 dim.
Input model sekitar 256 word pieces;
chunk dipendekkan sampai &lt;= batas.
Groq/LLM memerlukan key server opsional.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1174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Benchmark 15 query aktual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Tiga pertanyaan × lima pengulangan pada mesin uji lokal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benchmark.py --repeat 5 berjalan.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15 sampel, masing-masing tiga sumber.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p50 = 61.51 ms pada mesin uji.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= 189.26 ms pada mesin uji.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Latensi berubah menurut mesin/beban.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JSONL menyimpan tiap respons.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hash belum biaya API LLM.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15 sampel; p50 61.51 ms; p95 189.26 ms.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279D3-6F9A-27F1-0A03-E9CB5EA2202F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388031"/>
            <a:ext cx="5084064" cy="2429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9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8 | Kunci challenge 10 cek RAG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ketika Compose, ingest, dan Uvicorn masih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-B `
  tests\challenge.py
# Target: challenge: 10 PASS, 0 FAIL.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Cakupan checker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384 dimensi dan chunk valid.
p95 nearest-rank konsisten.
/health dan /ready 200.
Ask memberi jawaban + sumber.
top_k=0 ditolak HTTP 422.
Ekstraktif memakai sitasi [S1].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0040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b-NO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7 | Challenge 10 PASS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uji end-to-end aktual setelah server dan DB siap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Jalankan tes dari root repo.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Tes memeriksa fungsi dan HTTP.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Liveness dan readiness berbeda.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Referensi sumber dapat dilacak.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Input top_k=0 ditolak 422.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default tidak memanggil API bayar.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Semua 10 PASS, 0 FAIL.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Challenge lengkap: 10 PASS, 0 FAIL.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DDB1C5-FF78-49D8-68FA-06D40BEA89A8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696936"/>
            <a:ext cx="5084064" cy="18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953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9 | Git aman dan jalur cloud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Sumber dan SQL boleh dipush; credential dan benchmark lokal tidak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push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git check-ignore .env
git check-ignore secrets/db_password.txt
git check-ignore .venv
git add app.py rag.py benchmark.py
git add compose.yaml initdb docs index.html
git add requirements*.txt README.md
git diff --cached --check
git commit -m "lab11: RAG pgvector"
git push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Ekstensi cloud bila tersedia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Gunakan DB managed yang dapat dijangkau.
Atur RLS/grants sebelum dokumen publik.
Simpan Groq key hanya di server secret.
Frontend Vercel panggil API publik.
localhost:5433 tidak ada di Vercel.
Monitor /health dan /ready.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2984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2131</Words>
  <Application>Microsoft Office PowerPoint</Application>
  <DocSecurity>0</DocSecurity>
  <PresentationFormat>Widescreen</PresentationFormat>
  <Paragraphs>228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2026-10-01T00:48:12Z</dcterms:created>
  <dcterms:modified xsi:type="dcterms:W3CDTF">2026-10-07T13:01:06Z</dcterms:modified>
</cp:coreProperties>
</file>