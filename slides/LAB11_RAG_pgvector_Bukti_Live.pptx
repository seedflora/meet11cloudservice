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88" r:id="rId2"/>
    <p:sldId id="289" r:id="rId3"/>
    <p:sldId id="290" r:id="rId4"/>
    <p:sldId id="291" r:id="rId5"/>
    <p:sldId id="292" r:id="rId6"/>
    <p:sldId id="293" r:id="rId7"/>
    <p:sldId id="294" r:id="rId8"/>
    <p:sldId id="295" r:id="rId9"/>
    <p:sldId id="296" r:id="rId10"/>
    <p:sldId id="297" r:id="rId11"/>
    <p:sldId id="298" r:id="rId12"/>
    <p:sldId id="299" r:id="rId13"/>
    <p:sldId id="300" r:id="rId14"/>
    <p:sldId id="308" r:id="rId27"/>
    <p:sldId id="309" r:id="rId28"/>
    <p:sldId id="301" r:id="rId15"/>
    <p:sldId id="302" r:id="rId16"/>
    <p:sldId id="303" r:id="rId17"/>
    <p:sldId id="304" r:id="rId18"/>
    <p:sldId id="305" r:id="rId19"/>
    <p:sldId id="306" r:id="rId20"/>
    <p:sldId id="307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14.xml"/><Relationship Id="rId28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16.png"/><Relationship Id="rId6" Type="http://schemas.openxmlformats.org/officeDocument/2006/relationships/image" Target="../media/image5.png"/><Relationship Id="rId7" Type="http://schemas.openxmlformats.org/officeDocument/2006/relationships/image" Target="../media/image10.png"/><Relationship Id="rId8" Type="http://schemas.openxmlformats.org/officeDocument/2006/relationships/image" Target="../media/image4.png"/><Relationship Id="rId9" Type="http://schemas.openxmlformats.org/officeDocument/2006/relationships/image" Target="../media/image9.png"/><Relationship Id="rId10" Type="http://schemas.openxmlformats.org/officeDocument/2006/relationships/image" Target="../media/image3.png"/><Relationship Id="rId11" Type="http://schemas.openxmlformats.org/officeDocument/2006/relationships/image" Target="../media/image8.png"/><Relationship Id="rId12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16.png"/><Relationship Id="rId6" Type="http://schemas.openxmlformats.org/officeDocument/2006/relationships/image" Target="../media/image5.png"/><Relationship Id="rId7" Type="http://schemas.openxmlformats.org/officeDocument/2006/relationships/image" Target="../media/image10.png"/><Relationship Id="rId8" Type="http://schemas.openxmlformats.org/officeDocument/2006/relationships/image" Target="../media/image4.png"/><Relationship Id="rId9" Type="http://schemas.openxmlformats.org/officeDocument/2006/relationships/image" Target="../media/image9.png"/><Relationship Id="rId10" Type="http://schemas.openxmlformats.org/officeDocument/2006/relationships/image" Target="../media/image3.png"/><Relationship Id="rId11" Type="http://schemas.openxmlformats.org/officeDocument/2006/relationships/image" Target="../media/image8.png"/><Relationship Id="rId1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6" name="Imag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E8BFCDDB-FCC7-450D-AE68-B7C7A8705874}"/>
              </a:ext>
            </a:extLst>
          </p:cNvPr>
          <p:cNvSpPr>
            <a:spLocks noGrp="1"/>
          </p:cNvSpPr>
          <p:nvPr/>
        </p:nvSpPr>
        <p:spPr>
          <a:xfrm>
            <a:off x="457200" y="2331720"/>
            <a:ext cx="112471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3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PRAKTIKUM 11   |   FINAL PROJECT   |   100 MENIT</a:t>
            </a:r>
            <a:endParaRPr sz="130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470E3344-9349-446E-9C01-17F9669A01C4}"/>
              </a:ext>
            </a:extLst>
          </p:cNvPr>
          <p:cNvSpPr>
            <a:spLocks noGrp="1"/>
          </p:cNvSpPr>
          <p:nvPr/>
        </p:nvSpPr>
        <p:spPr>
          <a:xfrm>
            <a:off x="457200" y="2697480"/>
            <a:ext cx="1124712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5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RAG CHATBOT</a:t>
            </a:r>
            <a:endParaRPr sz="500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A911672C-D4CA-4602-BF82-252C75112E13}"/>
              </a:ext>
            </a:extLst>
          </p:cNvPr>
          <p:cNvSpPr>
            <a:spLocks noGrp="1"/>
          </p:cNvSpPr>
          <p:nvPr/>
        </p:nvSpPr>
        <p:spPr>
          <a:xfrm>
            <a:off x="457200" y="3520440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400" b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PYTHON + PGVECTOR</a:t>
            </a:r>
            <a:endParaRPr sz="240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67198172-F1B4-4574-9EF8-6013BBCDE05E}"/>
              </a:ext>
            </a:extLst>
          </p:cNvPr>
          <p:cNvSpPr>
            <a:spLocks noGrp="1"/>
          </p:cNvSpPr>
          <p:nvPr/>
        </p:nvSpPr>
        <p:spPr>
          <a:xfrm>
            <a:off x="457200" y="416052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Dokumen → chunk → vektor → retrieval → jawaban bersitasi</a:t>
            </a:r>
            <a:endParaRPr sz="160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7C06A2D-8C4B-40B4-A93B-17193D0B9CFE}"/>
              </a:ext>
            </a:extLst>
          </p:cNvPr>
          <p:cNvSpPr>
            <a:spLocks noGrp="1"/>
          </p:cNvSpPr>
          <p:nvPr/>
        </p:nvSpPr>
        <p:spPr>
          <a:xfrm>
            <a:off x="457200" y="457200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3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Jalur lokal utuh; semantic model dan Groq opsional</a:t>
            </a:r>
            <a:endParaRPr sz="1300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C668E45B-BCD7-4ECC-8D54-2107A7A67BF3}"/>
              </a:ext>
            </a:extLst>
          </p:cNvPr>
          <p:cNvSpPr>
            <a:spLocks noGrp="1"/>
          </p:cNvSpPr>
          <p:nvPr/>
        </p:nvSpPr>
        <p:spPr>
          <a:xfrm>
            <a:off x="5715000" y="507492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88D5500F-4F41-4AA5-A895-B338A4361EB1}"/>
              </a:ext>
            </a:extLst>
          </p:cNvPr>
          <p:cNvSpPr>
            <a:spLocks noGrp="1"/>
          </p:cNvSpPr>
          <p:nvPr/>
        </p:nvSpPr>
        <p:spPr>
          <a:xfrm>
            <a:off x="457200" y="5212080"/>
            <a:ext cx="112471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11  |  CAPSTONE PROJECT</a:t>
            </a:r>
            <a:endParaRPr sz="120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AEE9DA74-978E-43D7-854B-142518B2830F}"/>
              </a:ext>
            </a:extLst>
          </p:cNvPr>
          <p:cNvSpPr>
            <a:spLocks noGrp="1"/>
          </p:cNvSpPr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76046CE9-0535-4180-BDD1-31CB6D1983F7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8607692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96C7570-4075-44C4-B1A0-60CBCC97821D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3661913-55F3-4918-8534-78E1D9280BD9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869FC61-17C8-4429-9E3E-747C712572DC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0BC42AF6-EF8F-467F-BA31-1623FB3A47B1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FCA688F5-28FF-4146-AF5C-1B674362C7EA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Alur praktik Lab 11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0641F63C-6393-4106-9495-34BB6976CE90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RAG dapat diuji lokal tanpa API berbayar atau akun cloud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C4D08999-621F-40EF-A87E-D39F0730ADDB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DC071B2F-A186-46CA-9043-1A7EBE1CCCF7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 INTI</a:t>
            </a:r>
          </a:p>
          <a:p>
            <a:pPr marL="0" indent="0">
              <a:buNone/>
            </a:pPr>
            <a:endParaRPr lang="en-US" sz="1100" b="1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Kode yang tersedia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9DBEE968-0713-42BB-9EA3-3ADBBD96AA85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Jalankan pgvector Compose</a:t>
            </a:r>
            <a:endParaRPr sz="1600"/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0F93399F-A88B-4662-A8EC-3B5CE5A244F9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Ingest dokumen .md/.txt</a:t>
            </a:r>
            <a:endParaRPr sz="1600"/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D3E26D86-286F-4F16-A0BE-29F8800C241E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Chunk 500/50 pada baseline hash</a:t>
            </a:r>
            <a:endParaRPr sz="1600"/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BC1D037F-3F03-4E2E-86CC-DA638A8CF2D3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it-IT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Cari top-K dengan cosine distance</a:t>
            </a:r>
            <a:endParaRPr sz="1600"/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9A1D7466-E5F7-4A44-A2B4-2F8C490F9486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 FastAPI docs dan web chat</a:t>
            </a:r>
            <a:endParaRPr sz="1600"/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9D6D2D75-35F5-4EF7-8082-981B9D3E5D35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Tambah dokumen, indeks ulang</a:t>
            </a:r>
            <a:endParaRPr sz="1600"/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536C98FA-4814-45AD-B122-AE1BD4A59561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Benchmark, Git, cloud opsional</a:t>
            </a:r>
            <a:endParaRPr sz="1600"/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08613EBB-4609-4F67-AA3F-3701588B7B4A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  <p:txBody>
          <a:bodyPr/>
          <a:p/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4C6A045F-FC36-4E40-8B88-1C83E15A450A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YANG DIKUMPULKAN</a:t>
            </a:r>
          </a:p>
          <a:p>
            <a:pPr marL="0" indent="0">
              <a:buNone/>
            </a:pPr>
            <a:endParaRPr lang="en-US" sz="1100" b="1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Hasil mesin sendiri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15C17B08-7AA4-4D5B-8187-3E9F438A8CCE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r>
              <a:rPr lang="nl-NL"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DB dan hasil ingest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nl-NL"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Top-K, jarak, dan sitasi [S1]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nl-NL"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3. Chat web/API dan dokumen baru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nl-NL"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4. p50/p95 dan commit aman</a:t>
            </a:r>
            <a:endParaRPr sz="17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1BD0F131-0D21-413A-A7DE-B19F9BD85E2A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25DE84D2-F2BA-4775-B215-E02916BD8E52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6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Ikuti modul mahasiswa untuk perintah lengkap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20263836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D4054BC-ADC2-4986-AAF9-895DC6D31A3F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69F6F8-B7F5-4586-8C44-90E726E5751F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A6EEF9E-A69E-4941-A56B-328F8CFBBE8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FAEFB080-BD21-41C3-8266-81DA2E010299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A8475FE-12CA-406C-B684-7A9421E1CABB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1 | Hidupkan pgvector dan Python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974BA88A-E417-4322-BFC2-99722614447A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PowerShell dari root repo Lab 11; database mandiri di host port 5433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1998E377-C26D-41C5-A62D-C594E0E7AB74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9615A271-5B91-428F-82D6-D2F273DC3156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4DC7F0B0-1BB7-4B86-B7A8-78D1387F315D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ED9BC19C-3C17-44CF-BE11-E1047B10275D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7BA2CA47-0A5C-4334-A1B7-262D9E9FD124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F8F799B-4840-4D3C-92EE-5F455663B5BB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Persiapan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513750E3-5216-4832-B866-430374D15F24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Copy-Item secrets/db_password.txt.example `
  secrets/db_password.txt
Copy-Item .env.example .env
docker compose up -d --wait
docker compose ps
python -m venv .venv
.\.venv\Scripts\python -m pip install `
  -r requirements.txt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141079E7-6267-430B-91AC-297B6D68EED3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53EC92CF-DEE8-49D4-97A3-416C041F2A76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F12772E3-51C4-4C3E-892A-C77B19318F97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401E9D7D-9E1E-4A69-A3D3-F597DA3AFFA5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7A22D841-0221-436E-B321-0918C7B414B3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400FF3A-1B61-42A2-A9F9-3D8F8900FEC1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Apa yang dibuat Compose?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52571E5C-DFB6-4F51-8889-82CA8AFE6D3A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db memakai pgvector/pgvector:pg16.
Init SQL membuat extension vector.
Tabel documents menyimpan vector(384).
HNSW memakai vector_cosine_ops.
Secret DB dari file lokal yang di-ignore.
Healthcheck menunggu Postgres siap.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70235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779FF6B-910B-4E58-955B-7B6FE29829C1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52C906-5F0A-42A0-94F0-9170DC749E53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AEEB222-C692-4EAC-956E-AC234E3B4E07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0BB8DDD6-8220-4D71-BBC2-85CF025DF430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2465D56B-C6C4-41CD-9002-401D1A37B4F9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 | pgvector healthy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6267422E-13CF-4C4B-B92C-BD5193C399A1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Output aktual docker compose ps sesudah healthcheck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F83768A1-8663-4DA0-8F88-261CD281B343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FEA5EA30-C448-4C70-9EC6-2481712E62F8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D3B25D18-01EE-4A7E-BCC4-163B8F4E205C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docker compose ps membaca service.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EA13C62C-A937-4AB2-A4E7-CAA3ED764E30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db memakai pgvector/pgvector:pg16.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D7B16F52-3399-4FCE-9D9A-B5CF3C65E519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Status healthy berarti DB siap.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BBE1F27C-32AF-4CD9-A303-059FE396650A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fr-FR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Port host 5433 menuju 5432 container.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B2F0D419-6A60-4F73-AA96-AB2F2DE7D27D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Nama project cloud-notes-rag.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7348AFF7-ECF9-4F80-B0E4-ECA2A459930F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it-IT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Volume rag_data menyimpan data.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B8FE3C74-8320-40DA-82D3-27789ED07C54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Periksa logs db jika belum healthy.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3341A3AF-3A5B-49CA-B13D-2C307F1C248E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  <p:txBody>
          <a:bodyPr/>
          <a:p/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1B597074-D41C-477E-B011-37C4588A174E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1F6CB16E-FFA7-4EB8-9831-521CE3804336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7FC777FC-F540-418C-9FA3-B9D94F01598D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D535A2DE-B237-4417-B547-47453DC8DB66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db healthy pada 127.0.0.1:5433.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A238FC-623C-7B29-FF0A-65E47E29BD36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9088" y="3057325"/>
            <a:ext cx="5084064" cy="1090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8675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779FF6B-910B-4E58-955B-7B6FE29829C1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52C906-5F0A-42A0-94F0-9170DC749E53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AEEB222-C692-4EAC-956E-AC234E3B4E07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0BB8DDD6-8220-4D71-BBC2-85CF025DF430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2465D56B-C6C4-41CD-9002-401D1A37B4F9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1b | Docker Desktop pgvector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6267422E-13CF-4C4B-B92C-BD5193C399A1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Mesin lokal menampilkan satu container DB untuk project cloud-notes-rag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F83768A1-8663-4DA0-8F88-261CD281B343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FEA5EA30-C448-4C70-9EC6-2481712E62F8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D3B25D18-01EE-4A7E-BCC4-163B8F4E205C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Buka Docker Desktop → Containers.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EA13C62C-A937-4AB2-A4E7-CAA3ED764E30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Cari project cloud-notes-rag.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D7B16F52-3399-4FCE-9D9A-B5CF3C65E519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Titik hijau pada db-1 = hidup.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BBE1F27C-32AF-4CD9-A303-059FE396650A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Kolom Port(s) menampilkan 5433:5432.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B2F0D419-6A60-4F73-AA96-AB2F2DE7D27D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fr-FR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Port 5433 dipakai Python dari host.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7348AFF7-ECF9-4F80-B0E4-ECA2A459930F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Klik db-1 untuk membaca logs.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B8FE3C74-8320-40DA-82D3-27789ED07C54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UI dan docker compose ps konsisten.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3341A3AF-3A5B-49CA-B13D-2C307F1C248E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  <p:txBody>
          <a:bodyPr/>
          <a:p/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1B597074-D41C-477E-B011-37C4588A174E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1F6CB16E-FFA7-4EB8-9831-521CE3804336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7FC777FC-F540-418C-9FA3-B9D94F01598D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D535A2DE-B237-4417-B547-47453DC8DB66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fr-FR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db-1 hidup, host port 5433.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496112C-F880-86B8-4859-90F44499D1B9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9088" y="2219216"/>
            <a:ext cx="5084064" cy="2767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0106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D4054BC-ADC2-4986-AAF9-895DC6D31A3F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69F6F8-B7F5-4586-8C44-90E726E5751F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A6EEF9E-A69E-4941-A56B-328F8CFBBE8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FAEFB080-BD21-41C3-8266-81DA2E010299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A8475FE-12CA-406C-B684-7A9421E1CABB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2 | Kunci pipeline ingest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974BA88A-E417-4322-BFC2-99722614447A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rag.py mengubah dokumen menjadi baris vectors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1998E377-C26D-41C5-A62D-C594E0E7AB74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9615A271-5B91-428F-82D6-D2F273DC3156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4DC7F0B0-1BB7-4B86-B7A8-78D1387F315D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ED9BC19C-3C17-44CF-BE11-E1047B10275D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7BA2CA47-0A5C-4334-A1B7-262D9E9FD124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F8F799B-4840-4D3C-92EE-5F455663B5BB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 dan inti SQL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513750E3-5216-4832-B866-430374D15F24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.\.venv\Scripts\python rag.py ingest
# Baca jumlah files, chunks, model,
# chunk_size, overlap pada output.
SELECT source_file, chunk_index,
       token_start, token_end
FROM documents;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141079E7-6267-430B-91AC-297B6D68EED3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53EC92CF-DEE8-49D4-97A3-416C041F2A76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F12772E3-51C4-4C3E-892A-C77B19318F97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401E9D7D-9E1E-4A69-A3D3-F597DA3AFFA5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7A22D841-0221-436E-B321-0918C7B414B3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400FF3A-1B61-42A2-A9F9-3D8F8900FEC1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Cara kerja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52571E5C-DFB6-4F51-8889-82CA8AFE6D3A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Mode hash memakai regex token demo.
Panjang 500 + overlap 50 token demo.
Vector 384 dimensi dari hashing kata.
TRUNCATE dan INSERT dalam transaksi.
rag_meta mencatat mode saat ingest.
Hash bukan semantic embedding produksi.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75450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779FF6B-910B-4E58-955B-7B6FE29829C1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52C906-5F0A-42A0-94F0-9170DC749E53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7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AEEB222-C692-4EAC-956E-AC234E3B4E07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0BB8DDD6-8220-4D71-BBC2-85CF025DF430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2465D56B-C6C4-41CD-9002-401D1A37B4F9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1c | Ingest dokumen contoh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6267422E-13CF-4C4B-B92C-BD5193C399A1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Output aktual dari .\.venv\Scripts\python rag.py ingest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F83768A1-8663-4DA0-8F88-261CD281B343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FEA5EA30-C448-4C70-9EC6-2481712E62F8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D3B25D18-01EE-4A7E-BCC4-163B8F4E205C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rag.py ingest membaca docs/.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EA13C62C-A937-4AB2-A4E7-CAA3ED764E30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Tiga file menjadi enam chunk.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D7B16F52-3399-4FCE-9D9A-B5CF3C65E519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Mode awal hashing-384-classroom-baseline.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BBE1F27C-32AF-4CD9-A303-059FE396650A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chunk_size=500 token demo.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B2F0D419-6A60-4F73-AA96-AB2F2DE7D27D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overlap=50 token demo.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7348AFF7-ECF9-4F80-B0E4-ECA2A459930F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fi-FI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Setelah tambah file, jalankan ulang.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B8FE3C74-8320-40DA-82D3-27789ED07C54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Periksa /ready sebelum membuka chat.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3341A3AF-3A5B-49CA-B13D-2C307F1C248E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  <p:txBody>
          <a:bodyPr/>
          <a:p/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1B597074-D41C-477E-B011-37C4588A174E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1F6CB16E-FFA7-4EB8-9831-521CE3804336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7FC777FC-F540-418C-9FA3-B9D94F01598D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D535A2DE-B237-4417-B547-47453DC8DB66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files=3, chunks=6 pada baseline hash.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213402-2566-F9C4-B163-A76A355692CC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9088" y="2902873"/>
            <a:ext cx="5084064" cy="1399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2241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D4054BC-ADC2-4986-AAF9-895DC6D31A3F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69F6F8-B7F5-4586-8C44-90E726E5751F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8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A6EEF9E-A69E-4941-A56B-328F8CFBBE8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FAEFB080-BD21-41C3-8266-81DA2E010299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A8475FE-12CA-406C-B684-7A9421E1CABB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3 | Retrieval dan sumber top-K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974BA88A-E417-4322-BFC2-99722614447A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Vector pertanyaan dibandingkan pada SQL match_documents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1998E377-C26D-41C5-A62D-C594E0E7AB74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9615A271-5B91-428F-82D6-D2F273DC3156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4DC7F0B0-1BB7-4B86-B7A8-78D1387F315D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ED9BC19C-3C17-44CF-BE11-E1047B10275D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7BA2CA47-0A5C-4334-A1B7-262D9E9FD124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F8F799B-4840-4D3C-92EE-5F455663B5BB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513750E3-5216-4832-B866-430374D15F24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.\.venv\Scripts\python rag.py ask `
  "Mengapa RLS penting untuk Supabase?"
# Lihat jarak dan sumber [S1], [S2].
# app.py juga memakai fungsi yang sama.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141079E7-6267-430B-91AC-297B6D68EED3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53EC92CF-DEE8-49D4-97A3-416C041F2A76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F12772E3-51C4-4C3E-892A-C77B19318F97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401E9D7D-9E1E-4A69-A3D3-F597DA3AFFA5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7A22D841-0221-436E-B321-0918C7B414B3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400FF3A-1B61-42A2-A9F9-3D8F8900FEC1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Kunci SQL pgvector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52571E5C-DFB6-4F51-8889-82CA8AFE6D3A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SELECT source_file, content,
  embedding &lt;=&gt; query_embedding
  AS distance
FROM documents
ORDER BY embedding &lt;=&gt; query_embedding
  ASC LIMIT 3;
Jarak kecil = lebih dekat.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669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779FF6B-910B-4E58-955B-7B6FE29829C1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52C906-5F0A-42A0-94F0-9170DC749E53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AEEB222-C692-4EAC-956E-AC234E3B4E07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0BB8DDD6-8220-4D71-BBC2-85CF025DF430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2465D56B-C6C4-41CD-9002-401D1A37B4F9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nl-NL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2 | Retrieval dan sitasi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6267422E-13CF-4C4B-B92C-BD5193C399A1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Sumber yang dikembalikan berasal dari dokumen yang tersimpan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F83768A1-8663-4DA0-8F88-261CD281B343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FEA5EA30-C448-4C70-9EC6-2481712E62F8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D3B25D18-01EE-4A7E-BCC4-163B8F4E205C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s-E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Pertanyaan dibuat vector 384 dimensi.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EA13C62C-A937-4AB2-A4E7-CAA3ED764E30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match_documents mengurutkan jarak.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D7B16F52-3399-4FCE-9D9A-B5CF3C65E519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Sumber memuat file dan chunk.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BBE1F27C-32AF-4CD9-A303-059FE396650A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[S1] merujuk sumber teratas.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B2F0D419-6A60-4F73-AA96-AB2F2DE7D27D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Jarak dibandingkan antar chunk.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7348AFF7-ECF9-4F80-B0E4-ECA2A459930F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Tanpa GROQ_API_KEY, jawaban ekstraktif.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B8FE3C74-8320-40DA-82D3-27789ED07C54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fi-FI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Periksa apakah sitasi mendukung klaim.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3341A3AF-3A5B-49CA-B13D-2C307F1C248E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  <p:txBody>
          <a:bodyPr/>
          <a:p/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1B597074-D41C-477E-B011-37C4588A174E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1F6CB16E-FFA7-4EB8-9831-521CE3804336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7FC777FC-F540-418C-9FA3-B9D94F01598D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D535A2DE-B237-4417-B547-47453DC8DB66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Top-K menampilkan file, bagian, dan jarak.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F8E2FC8-148D-F112-F2A5-4684DA7FF144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0860" y="2057400"/>
            <a:ext cx="4160520" cy="309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79678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D4054BC-ADC2-4986-AAF9-895DC6D31A3F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69F6F8-B7F5-4586-8C44-90E726E5751F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A6EEF9E-A69E-4941-A56B-328F8CFBBE8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FAEFB080-BD21-41C3-8266-81DA2E010299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A8475FE-12CA-406C-B684-7A9421E1CABB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4 | Jalankan API dan uji kontrak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974BA88A-E417-4322-BFC2-99722614447A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FastAPI melayani health, ready, ask, dan halaman chat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1998E377-C26D-41C5-A62D-C594E0E7AB74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9615A271-5B91-428F-82D6-D2F273DC3156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4DC7F0B0-1BB7-4B86-B7A8-78D1387F315D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ED9BC19C-3C17-44CF-BE11-E1047B10275D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7BA2CA47-0A5C-4334-A1B7-262D9E9FD124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F8F799B-4840-4D3C-92EE-5F455663B5BB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PowerShell: terminal tetap hidup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513750E3-5216-4832-B866-430374D15F24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.\.venv\Scripts\python -m uvicorn `
  app:app --host 127.0.0.1 --port 8011
# Buka http://127.0.0.1:8011/docs
# Buka http://127.0.0.1:8011/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141079E7-6267-430B-91AC-297B6D68EED3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53EC92CF-DEE8-49D4-97A3-416C041F2A76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F12772E3-51C4-4C3E-892A-C77B19318F97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401E9D7D-9E1E-4A69-A3D3-F597DA3AFFA5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7A22D841-0221-436E-B321-0918C7B414B3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400FF3A-1B61-42A2-A9F9-3D8F8900FEC1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Terminal lain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52571E5C-DFB6-4F51-8889-82CA8AFE6D3A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Invoke-RestMethod `
  http://127.0.0.1:8011/health
Invoke-RestMethod `
  http://127.0.0.1:8011/ready
POST /api/ask membutuhkan question;
top_k 1 sampai 10, default 3.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80727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779FF6B-910B-4E58-955B-7B6FE29829C1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52C906-5F0A-42A0-94F0-9170DC749E53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AEEB222-C692-4EAC-956E-AC234E3B4E07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0BB8DDD6-8220-4D71-BBC2-85CF025DF430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2465D56B-C6C4-41CD-9002-401D1A37B4F9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3 | OpenAPI dari server aktif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6267422E-13CF-4C4B-B92C-BD5193C399A1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Dokumentasi FastAPI yang diekspor saat aplikasi lokal berjalan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F83768A1-8663-4DA0-8F88-261CD281B343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FEA5EA30-C448-4C70-9EC6-2481712E62F8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D3B25D18-01EE-4A7E-BCC4-163B8F4E205C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sv-SE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/docs berasal dari FastAPI berjalan.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EA13C62C-A937-4AB2-A4E7-CAA3ED764E30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/health = proses API hidup.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D7B16F52-3399-4FCE-9D9A-B5CF3C65E519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/ready = indeks ada dan mode cocok.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BBE1F27C-32AF-4CD9-A303-059FE396650A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it-IT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/api/ask menerima JSON question.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B2F0D419-6A60-4F73-AA96-AB2F2DE7D27D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de-DE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422 bila body melanggar schema.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7348AFF7-ECF9-4F80-B0E4-ECA2A459930F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Cek port 8011 jika gagal dibuka.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B8FE3C74-8320-40DA-82D3-27789ED07C54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UI / memakai index.html lokal.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3341A3AF-3A5B-49CA-B13D-2C307F1C248E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  <p:txBody>
          <a:bodyPr/>
          <a:p/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1B597074-D41C-477E-B011-37C4588A174E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1F6CB16E-FFA7-4EB8-9831-521CE3804336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7FC777FC-F540-418C-9FA3-B9D94F01598D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D535A2DE-B237-4417-B547-47453DC8DB66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Browser menampilkan endpoint Cloud Notes RAG.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14772A-2E16-0E9B-D1CA-8063DFB5052A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4959" y="2057400"/>
            <a:ext cx="4832321" cy="309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498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D4054BC-ADC2-4986-AAF9-895DC6D31A3F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69F6F8-B7F5-4586-8C44-90E726E5751F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A6EEF9E-A69E-4941-A56B-328F8CFBBE8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FAEFB080-BD21-41C3-8266-81DA2E010299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A8475FE-12CA-406C-B684-7A9421E1CABB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5 | Ajukan pertanyaan dan baca sitasi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974BA88A-E417-4322-BFC2-99722614447A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Web chat dan API menggunakan answer_question yang sama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1998E377-C26D-41C5-A62D-C594E0E7AB74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9615A271-5B91-428F-82D6-D2F273DC3156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4DC7F0B0-1BB7-4B86-B7A8-78D1387F315D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ED9BC19C-3C17-44CF-BE11-E1047B10275D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7BA2CA47-0A5C-4334-A1B7-262D9E9FD124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F8F799B-4840-4D3C-92EE-5F455663B5BB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PowerShell: POST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513750E3-5216-4832-B866-430374D15F24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$body = '{"question":"Apa perbedaan image dan container?","top_k":3}'
Invoke-RestMethod `
  http://127.0.0.1:8011/api/ask `
  -Method Post -ContentType application/json `
  -Body $body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141079E7-6267-430B-91AC-297B6D68EED3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53EC92CF-DEE8-49D4-97A3-416C041F2A76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F12772E3-51C4-4C3E-892A-C77B19318F97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401E9D7D-9E1E-4A69-A3D3-F597DA3AFFA5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7A22D841-0221-436E-B321-0918C7B414B3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400FF3A-1B61-42A2-A9F9-3D8F8900FEC1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Hasil yang diperiksa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52571E5C-DFB6-4F51-8889-82CA8AFE6D3A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answer memuat [S1] bila ada sumber.
sources berisi source_file/chunk/distance.
latency_ms mengukur proses aplikasi.
Browser chat menampilkan sitasi.
Tanpa key Groq: jawaban ekstraktif.
Jangan klaim model LLM dipakai default.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16141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779FF6B-910B-4E58-955B-7B6FE29829C1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52C906-5F0A-42A0-94F0-9170DC749E53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13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AEEB222-C692-4EAC-956E-AC234E3B4E07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0BB8DDD6-8220-4D71-BBC2-85CF025DF430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2465D56B-C6C4-41CD-9002-401D1A37B4F9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4 | Jawaban web bersitasi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6267422E-13CF-4C4B-B92C-BD5193C399A1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Pertanyaan tentang Docker, jawaban dan sumber ditampilkan bersama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F83768A1-8663-4DA0-8F88-261CD281B343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FEA5EA30-C448-4C70-9EC6-2481712E62F8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D3B25D18-01EE-4A7E-BCC4-163B8F4E205C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Ketik pertanyaan lalu klik Kirim.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EA13C62C-A937-4AB2-A4E7-CAA3ED764E30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Server mencari top-K chunk.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D7B16F52-3399-4FCE-9D9A-B5CF3C65E519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Jawaban menyebut sumber [S1].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BBE1F27C-32AF-4CD9-A303-059FE396650A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sv-SE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UI menampilkan nama file dan bagian.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B2F0D419-6A60-4F73-AA96-AB2F2DE7D27D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Distance memberi konteks retrieval.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7348AFF7-ECF9-4F80-B0E4-ECA2A459930F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Cek kalimat terhadap dokumen asal.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B8FE3C74-8320-40DA-82D3-27789ED07C54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Jangan anggap semua jawaban pasti benar.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3341A3AF-3A5B-49CA-B13D-2C307F1C248E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  <p:txBody>
          <a:bodyPr/>
          <a:p/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1B597074-D41C-477E-B011-37C4588A174E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1F6CB16E-FFA7-4EB8-9831-521CE3804336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7FC777FC-F540-418C-9FA3-B9D94F01598D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D535A2DE-B237-4417-B547-47453DC8DB66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Chat menampilkan jawaban serta sumber [S1–S3].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6E34FC8-485B-032E-DED7-97932805F5C2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8582" y="2057400"/>
            <a:ext cx="4945075" cy="309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19518"/>
      </p:ext>
    </p:extLst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>
            <a:extLst>
              <a:ext uri="{FF2B5EF4-FFF2-40B4-BE49-F238E27FC236}">
                <a16:creationId xmlns:a16="http://schemas.microsoft.com/office/drawing/2014/main" id="{F779FF6B-910B-4E58-955B-7B6FE29829C1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52C906-5F0A-42A0-94F0-9170DC749E53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14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AEEB222-C692-4EAC-956E-AC234E3B4E07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0BB8DDD6-8220-4D71-BBC2-85CF025DF430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2465D56B-C6C4-41CD-9002-401D1A37B4F9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API | POST menjawab 200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6267422E-13CF-4C4B-B92C-BD5193C399A1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Respons nyata pada /api/ask memuat sitasi dan tiga sumber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F83768A1-8663-4DA0-8F88-261CD281B343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FEA5EA30-C448-4C70-9EC6-2481712E62F8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D3B25D18-01EE-4A7E-BCC4-163B8F4E205C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POST /api/ask dengan top_k=3.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EA13C62C-A937-4AB2-A4E7-CAA3ED764E30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Pydantic menerima question dan top_k.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D7B16F52-3399-4FCE-9D9A-B5CF3C65E519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pgvector mengambil tiga chunk terdekat.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BBE1F27C-32AF-4CD9-A303-059FE396650A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sv-SE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Jawaban ekstraktif menandai [S1].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B2F0D419-6A60-4F73-AA96-AB2F2DE7D27D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sources memuat file, bagian, jarak.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7348AFF7-ECF9-4F80-B0E4-ECA2A459930F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HTTP 200 membuktikan endpoint bekerja.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B8FE3C74-8320-40DA-82D3-27789ED07C54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Periksa isi sumber sebelum memakai jawaban.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3341A3AF-3A5B-49CA-B13D-2C307F1C248E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  <p:txBody>
          <a:bodyPr/>
          <a:p/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1B597074-D41C-477E-B011-37C4588A174E}"/>
              </a:ext>
            </a:extLst>
          </p:cNvPr>
          <p:cNvSpPr>
            <a:spLocks noGrp="1"/>
          </p:cNvSpPr>
          <p:nvPr/>
        </p:nvSpPr>
        <p:spPr>
          <a:xfrm>
            <a:off x="6446520" y="150876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1F6CB16E-FFA7-4EB8-9831-521CE3804336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7FC777FC-F540-418C-9FA3-B9D94F01598D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D535A2DE-B237-4417-B547-47453DC8DB66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Skor jarak membantu telusur, bukan bukti fakta.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3" name="Picture 62" descr="11_api_200_resp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46520" y="2342357"/>
            <a:ext cx="5029200" cy="24933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>
            <a:extLst>
              <a:ext uri="{FF2B5EF4-FFF2-40B4-BE49-F238E27FC236}">
                <a16:creationId xmlns:a16="http://schemas.microsoft.com/office/drawing/2014/main" id="{F779FF6B-910B-4E58-955B-7B6FE29829C1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52C906-5F0A-42A0-94F0-9170DC749E53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15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AEEB222-C692-4EAC-956E-AC234E3B4E07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0BB8DDD6-8220-4D71-BBC2-85CF025DF430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2465D56B-C6C4-41CD-9002-401D1A37B4F9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API | top_k nol ditolak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6267422E-13CF-4C4B-B92C-BD5193C399A1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Validasi request memberi HTTP 422 sebelum query database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F83768A1-8663-4DA0-8F88-261CD281B343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FEA5EA30-C448-4C70-9EC6-2481712E62F8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D3B25D18-01EE-4A7E-BCC4-163B8F4E205C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POST /api/ask dengan top_k=0.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EA13C62C-A937-4AB2-A4E7-CAA3ED764E30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Batas yang sah adalah 1 sampai 10.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D7B16F52-3399-4FCE-9D9A-B5CF3C65E519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Pydantic memeriksa JSON request.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BBE1F27C-32AF-4CD9-A303-059FE396650A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sv-SE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Handler retrieval tidak dijalankan.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B2F0D419-6A60-4F73-AA96-AB2F2DE7D27D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HTTP 422 muncul pada server response.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7348AFF7-ECF9-4F80-B0E4-ECA2A459930F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loc menunjuk body.top_k.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B8FE3C74-8320-40DA-82D3-27789ED07C54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Pesan meminta nilai minimal satu.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3341A3AF-3A5B-49CA-B13D-2C307F1C248E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  <p:txBody>
          <a:bodyPr/>
          <a:p/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1B597074-D41C-477E-B011-37C4588A174E}"/>
              </a:ext>
            </a:extLst>
          </p:cNvPr>
          <p:cNvSpPr>
            <a:spLocks noGrp="1"/>
          </p:cNvSpPr>
          <p:nvPr/>
        </p:nvSpPr>
        <p:spPr>
          <a:xfrm>
            <a:off x="6446520" y="150876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1F6CB16E-FFA7-4EB8-9831-521CE3804336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7FC777FC-F540-418C-9FA3-B9D94F01598D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D535A2DE-B237-4417-B547-47453DC8DB66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Respons 422 adalah hasil validasi yang diharapkan.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3" name="Picture 62" descr="11_api_422_resp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46520" y="2614665"/>
            <a:ext cx="5029200" cy="194870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D4054BC-ADC2-4986-AAF9-895DC6D31A3F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69F6F8-B7F5-4586-8C44-90E726E5751F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16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A6EEF9E-A69E-4941-A56B-328F8CFBBE8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FAEFB080-BD21-41C3-8266-81DA2E010299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A8475FE-12CA-406C-B684-7A9421E1CABB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6 | Kunci challenge dokumen baru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974BA88A-E417-4322-BFC2-99722614447A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Tambah pengetahuan kelas, indeks ulang, lalu buktikan di UI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1998E377-C26D-41C5-A62D-C594E0E7AB74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9615A271-5B91-428F-82D6-D2F273DC3156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4DC7F0B0-1BB7-4B86-B7A8-78D1387F315D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ED9BC19C-3C17-44CF-BE11-E1047B10275D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7BA2CA47-0A5C-4334-A1B7-262D9E9FD124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F8F799B-4840-4D3C-92EE-5F455663B5BB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513750E3-5216-4832-B866-430374D15F24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Set-Content docs/kelas_visual.md -Value `
  'Status visual membantu on-call memeriksa health.'
.\.venv\Scripts\python rag.py ingest
.\.venv\Scripts\python rag.py ask `
  "Apa manfaat status visual untuk on-call?"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141079E7-6267-430B-91AC-297B6D68EED3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53EC92CF-DEE8-49D4-97A3-416C041F2A76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F12772E3-51C4-4C3E-892A-C77B19318F97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401E9D7D-9E1E-4A69-A3D3-F597DA3AFFA5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7A22D841-0221-436E-B321-0918C7B414B3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400FF3A-1B61-42A2-A9F9-3D8F8900FEC1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Mengapa indeks ulang?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52571E5C-DFB6-4F51-8889-82CA8AFE6D3A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rag.py ingest mengganti indeks lama
secara transaksional dengan semua docs/.
Tanpa ingest, file baru belum ada di DB.
Cari kelas_visual.md pada file dan sources.
Jangan masukkan rahasia atau data privat.
Catat jumlah chunk sebelum/sesudah.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2008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779FF6B-910B-4E58-955B-7B6FE29829C1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52C906-5F0A-42A0-94F0-9170DC749E53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17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AEEB222-C692-4EAC-956E-AC234E3B4E07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0BB8DDD6-8220-4D71-BBC2-85CF025DF430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2465D56B-C6C4-41CD-9002-401D1A37B4F9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5 | Dokumen baru masuk indeks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6267422E-13CF-4C4B-B92C-BD5193C399A1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Output ingest setelah file kelas_visual.md ditambahkan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F83768A1-8663-4DA0-8F88-261CD281B343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FEA5EA30-C448-4C70-9EC6-2481712E62F8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D3B25D18-01EE-4A7E-BCC4-163B8F4E205C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pt-BR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File kelas_visual.md berada di docs/.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EA13C62C-A937-4AB2-A4E7-CAA3ED764E30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nb-NO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Ingest ulang memproses empat file.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D7B16F52-3399-4FCE-9D9A-B5CF3C65E519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Screenshot menampilkan chunks=7.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BBE1F27C-32AF-4CD9-A303-059FE396650A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Mode tetap hashing-384 baseline.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B2F0D419-6A60-4F73-AA96-AB2F2DE7D27D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nl-NL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chunk_size=500 dan overlap=50.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7348AFF7-ECF9-4F80-B0E4-ECA2A459930F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Uji pertanyaan untuk memeriksa top-K.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B8FE3C74-8320-40DA-82D3-27789ED07C54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Git hanya untuk dokumen contoh publik.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3341A3AF-3A5B-49CA-B13D-2C307F1C248E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  <p:txBody>
          <a:bodyPr/>
          <a:p/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1B597074-D41C-477E-B011-37C4588A174E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1F6CB16E-FFA7-4EB8-9831-521CE3804336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7FC777FC-F540-418C-9FA3-B9D94F01598D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D535A2DE-B237-4417-B547-47453DC8DB66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Files=4 dan chunks=7 setelah reindex.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9636F2-71EE-79E6-AFDE-1B3BE45AAAC4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9088" y="2251021"/>
            <a:ext cx="5084064" cy="2703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91465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D4054BC-ADC2-4986-AAF9-895DC6D31A3F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69F6F8-B7F5-4586-8C44-90E726E5751F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18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A6EEF9E-A69E-4941-A56B-328F8CFBBE8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FAEFB080-BD21-41C3-8266-81DA2E010299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A8475FE-12CA-406C-B684-7A9421E1CABB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nl-NL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7 | Benchmark dan opsi semantic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974BA88A-E417-4322-BFC2-99722614447A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Ukur beberapa pertanyaan; bedakan baseline hash dari embedding model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1998E377-C26D-41C5-A62D-C594E0E7AB74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9615A271-5B91-428F-82D6-D2F273DC3156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4DC7F0B0-1BB7-4B86-B7A8-78D1387F315D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ED9BC19C-3C17-44CF-BE11-E1047B10275D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7BA2CA47-0A5C-4334-A1B7-262D9E9FD124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F8F799B-4840-4D3C-92EE-5F455663B5BB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513750E3-5216-4832-B866-430374D15F24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.\.venv\Scripts\python benchmark.py
# 3 pertanyaan × 5 pengulangan.
# Opsional semantic:
.\.venv\Scripts\python -m pip install `
  -r requirements-semantic.txt
# EMBED_MODE=semantic di .env,
# lalu jalankan rag.py ingest ulang.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141079E7-6267-430B-91AC-297B6D68EED3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53EC92CF-DEE8-49D4-97A3-416C041F2A76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F12772E3-51C4-4C3E-892A-C77B19318F97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401E9D7D-9E1E-4A69-A3D3-F597DA3AFFA5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7A22D841-0221-436E-B321-0918C7B414B3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400FF3A-1B61-42A2-A9F9-3D8F8900FEC1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Apa yang dilaporkan?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52571E5C-DFB6-4F51-8889-82CA8AFE6D3A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benchmark.py menulis JSONL lokal.
p50 = median, p95 = nearest-rank.
Semantic = all-MiniLM-L6-v2, 384 dim.
Input model sekitar 256 word pieces;
chunk dipendekkan sampai &lt;= batas.
Groq/LLM memerlukan key server opsional.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11749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779FF6B-910B-4E58-955B-7B6FE29829C1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52C906-5F0A-42A0-94F0-9170DC749E53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19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AEEB222-C692-4EAC-956E-AC234E3B4E07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0BB8DDD6-8220-4D71-BBC2-85CF025DF430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2465D56B-C6C4-41CD-9002-401D1A37B4F9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6 | Benchmark 15 query aktual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6267422E-13CF-4C4B-B92C-BD5193C399A1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Tiga pertanyaan × lima pengulangan pada mesin uji lokal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F83768A1-8663-4DA0-8F88-261CD281B343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FEA5EA30-C448-4C70-9EC6-2481712E62F8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D3B25D18-01EE-4A7E-BCC4-163B8F4E205C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benchmark.py --repeat 5 berjalan.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EA13C62C-A937-4AB2-A4E7-CAA3ED764E30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15 sampel, masing-masing tiga sumber.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D7B16F52-3399-4FCE-9D9A-B5CF3C65E519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p50 = 61.51 ms pada mesin uji.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BBE1F27C-32AF-4CD9-A303-059FE396650A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p95 = 189.26 ms pada mesin uji.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B2F0D419-6A60-4F73-AA96-AB2F2DE7D27D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Latensi berubah menurut mesin/beban.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7348AFF7-ECF9-4F80-B0E4-ECA2A459930F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JSONL menyimpan tiap respons.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B8FE3C74-8320-40DA-82D3-27789ED07C54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Mode hash belum biaya API LLM.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3341A3AF-3A5B-49CA-B13D-2C307F1C248E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  <p:txBody>
          <a:bodyPr/>
          <a:p/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1B597074-D41C-477E-B011-37C4588A174E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1F6CB16E-FFA7-4EB8-9831-521CE3804336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7FC777FC-F540-418C-9FA3-B9D94F01598D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D535A2DE-B237-4417-B547-47453DC8DB66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15 sampel; p50 61.51 ms; p95 189.26 ms.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3279D3-6F9A-27F1-0A03-E9CB5EA2202F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9088" y="2388031"/>
            <a:ext cx="5084064" cy="2429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199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D4054BC-ADC2-4986-AAF9-895DC6D31A3F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69F6F8-B7F5-4586-8C44-90E726E5751F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20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A6EEF9E-A69E-4941-A56B-328F8CFBBE8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FAEFB080-BD21-41C3-8266-81DA2E010299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A8475FE-12CA-406C-B684-7A9421E1CABB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8 | Kunci challenge 10 cek RAG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974BA88A-E417-4322-BFC2-99722614447A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sv-SE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Jalankan ketika Compose, ingest, dan Uvicorn masih hidup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1998E377-C26D-41C5-A62D-C594E0E7AB74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9615A271-5B91-428F-82D6-D2F273DC3156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4DC7F0B0-1BB7-4B86-B7A8-78D1387F315D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ED9BC19C-3C17-44CF-BE11-E1047B10275D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7BA2CA47-0A5C-4334-A1B7-262D9E9FD124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F8F799B-4840-4D3C-92EE-5F455663B5BB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513750E3-5216-4832-B866-430374D15F24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.\.venv\Scripts\python -B `
  tests\challenge.py
# Target: challenge: 10 PASS, 0 FAIL.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141079E7-6267-430B-91AC-297B6D68EED3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53EC92CF-DEE8-49D4-97A3-416C041F2A76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F12772E3-51C4-4C3E-892A-C77B19318F97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401E9D7D-9E1E-4A69-A3D3-F597DA3AFFA5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7A22D841-0221-436E-B321-0918C7B414B3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400FF3A-1B61-42A2-A9F9-3D8F8900FEC1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Cakupan checker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52571E5C-DFB6-4F51-8889-82CA8AFE6D3A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384 dimensi dan chunk valid.
p95 nearest-rank konsisten.
/health dan /ready 200.
Ask memberi jawaban + sumber.
top_k=0 ditolak HTTP 422.
Ekstraktif memakai sitasi [S1].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00400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779FF6B-910B-4E58-955B-7B6FE29829C1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52C906-5F0A-42A0-94F0-9170DC749E53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21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AEEB222-C692-4EAC-956E-AC234E3B4E07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0BB8DDD6-8220-4D71-BBC2-85CF025DF430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2465D56B-C6C4-41CD-9002-401D1A37B4F9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nb-NO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7 | Challenge 10 PASS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6267422E-13CF-4C4B-B92C-BD5193C399A1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Output uji end-to-end aktual setelah server dan DB siap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F83768A1-8663-4DA0-8F88-261CD281B343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FEA5EA30-C448-4C70-9EC6-2481712E62F8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D3B25D18-01EE-4A7E-BCC4-163B8F4E205C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fi-FI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Jalankan tes dari root repo.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EA13C62C-A937-4AB2-A4E7-CAA3ED764E30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Tes memeriksa fungsi dan HTTP.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D7B16F52-3399-4FCE-9D9A-B5CF3C65E519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Liveness dan readiness berbeda.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BBE1F27C-32AF-4CD9-A303-059FE396650A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Referensi sumber dapat dilacak.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B2F0D419-6A60-4F73-AA96-AB2F2DE7D27D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Input top_k=0 ditolak 422.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7348AFF7-ECF9-4F80-B0E4-ECA2A459930F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Mode default tidak memanggil API bayar.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B8FE3C74-8320-40DA-82D3-27789ED07C54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Semua 10 PASS, 0 FAIL.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3341A3AF-3A5B-49CA-B13D-2C307F1C248E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  <p:txBody>
          <a:bodyPr/>
          <a:p/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1B597074-D41C-477E-B011-37C4588A174E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1F6CB16E-FFA7-4EB8-9831-521CE3804336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7FC777FC-F540-418C-9FA3-B9D94F01598D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D535A2DE-B237-4417-B547-47453DC8DB66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Challenge lengkap: 10 PASS, 0 FAIL.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DDB1C5-FF78-49D8-68FA-06D40BEA89A8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9088" y="2696936"/>
            <a:ext cx="5084064" cy="181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36953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D4054BC-ADC2-4986-AAF9-895DC6D31A3F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11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69F6F8-B7F5-4586-8C44-90E726E5751F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22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A6EEF9E-A69E-4941-A56B-328F8CFBBE8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FAEFB080-BD21-41C3-8266-81DA2E010299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A8475FE-12CA-406C-B684-7A9421E1CABB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nl-NL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9 | Git aman dan jalur cloud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974BA88A-E417-4322-BFC2-99722614447A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Sumber dan SQL boleh dipush; credential dan benchmark lokal tidak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1998E377-C26D-41C5-A62D-C594E0E7AB74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9615A271-5B91-428F-82D6-D2F273DC3156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4DC7F0B0-1BB7-4B86-B7A8-78D1387F315D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ED9BC19C-3C17-44CF-BE11-E1047B10275D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7BA2CA47-0A5C-4334-A1B7-262D9E9FD124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F8F799B-4840-4D3C-92EE-5F455663B5BB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Sebelum push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513750E3-5216-4832-B866-430374D15F24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git check-ignore .env
git check-ignore secrets/db_password.txt
git check-ignore .venv
git add app.py rag.py benchmark.py
git add compose.yaml initdb docs index.html
git add requirements*.txt README.md
git diff --cached --check
git commit -m "lab11: RAG pgvector"
git push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141079E7-6267-430B-91AC-297B6D68EED3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53EC92CF-DEE8-49D4-97A3-416C041F2A76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F12772E3-51C4-4C3E-892A-C77B19318F97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401E9D7D-9E1E-4A69-A3D3-F597DA3AFFA5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7A22D841-0221-436E-B321-0918C7B414B3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400FF3A-1B61-42A2-A9F9-3D8F8900FEC1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Ekstensi cloud bila tersedia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52571E5C-DFB6-4F51-8889-82CA8AFE6D3A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Gunakan DB managed yang dapat dijangkau.
Atur RLS/grants sebelum dokumen publik.
Simpan Groq key hanya di server secret.
Frontend Vercel panggil API publik.
localhost:5433 tidak ada di Vercel.
Monitor /health dan /ready.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29843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2131</Words>
  <Application>Microsoft Office PowerPoint</Application>
  <DocSecurity>0</DocSecurity>
  <PresentationFormat>Widescreen</PresentationFormat>
  <Paragraphs>228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Budi Juarto</cp:lastModifiedBy>
  <cp:revision>1</cp:revision>
  <dcterms:created xsi:type="dcterms:W3CDTF">2026-10-01T00:48:12Z</dcterms:created>
  <dcterms:modified xsi:type="dcterms:W3CDTF">2026-10-07T13:01:06Z</dcterms:modified>
</cp:coreProperties>
</file>