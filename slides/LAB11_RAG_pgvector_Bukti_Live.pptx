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8af03bce774315" /><Relationship Type="http://schemas.openxmlformats.org/officeDocument/2006/relationships/extended-properties" Target="/docProps/app.xml" Id="Rae7326f43b774b18" /><Relationship Type="http://schemas.openxmlformats.org/officeDocument/2006/relationships/officeDocument" Target="/ppt/presentation.xml" Id="Rd164966a341c4f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d823dab9214a00"/>
  </p:sldMasterIdLst>
  <p:notesMasterIdLst>
    <p:notesMasterId xmlns:r="http://schemas.openxmlformats.org/officeDocument/2006/relationships" r:id="Rcbcb1af9191b444e"/>
  </p:notesMasterIdLst>
  <p:sldIdLst>
    <p:sldId xmlns:r="http://schemas.openxmlformats.org/officeDocument/2006/relationships" id="256" r:id="Rb81511b671e14548"/>
    <p:sldId xmlns:r="http://schemas.openxmlformats.org/officeDocument/2006/relationships" id="257" r:id="Re9280062d0ff429d"/>
    <p:sldId xmlns:r="http://schemas.openxmlformats.org/officeDocument/2006/relationships" id="258" r:id="Rcf4ab13e8d314143"/>
    <p:sldId xmlns:r="http://schemas.openxmlformats.org/officeDocument/2006/relationships" id="259" r:id="R6a1a4585d9f44b2f"/>
    <p:sldId xmlns:r="http://schemas.openxmlformats.org/officeDocument/2006/relationships" id="260" r:id="R654e691c82e74011"/>
    <p:sldId xmlns:r="http://schemas.openxmlformats.org/officeDocument/2006/relationships" id="261" r:id="Rdd2e95c38cc64a8c"/>
    <p:sldId xmlns:r="http://schemas.openxmlformats.org/officeDocument/2006/relationships" id="262" r:id="R3d24dad58f314943"/>
    <p:sldId xmlns:r="http://schemas.openxmlformats.org/officeDocument/2006/relationships" id="263" r:id="R42470436f76f4e26"/>
    <p:sldId xmlns:r="http://schemas.openxmlformats.org/officeDocument/2006/relationships" id="264" r:id="Rbb45cda7278e4555"/>
    <p:sldId xmlns:r="http://schemas.openxmlformats.org/officeDocument/2006/relationships" id="265" r:id="R5b423059b021420f"/>
    <p:sldId xmlns:r="http://schemas.openxmlformats.org/officeDocument/2006/relationships" id="266" r:id="Ref6a6aae5cb64df9"/>
    <p:sldId xmlns:r="http://schemas.openxmlformats.org/officeDocument/2006/relationships" id="267" r:id="R10a6e454159a448d"/>
    <p:sldId xmlns:r="http://schemas.openxmlformats.org/officeDocument/2006/relationships" id="268" r:id="R6754dd0275ef4f43"/>
    <p:sldId xmlns:r="http://schemas.openxmlformats.org/officeDocument/2006/relationships" id="269" r:id="R2135302bc45f447b"/>
    <p:sldId xmlns:r="http://schemas.openxmlformats.org/officeDocument/2006/relationships" id="270" r:id="Rb7ea79c046ea4c5a"/>
    <p:sldId xmlns:r="http://schemas.openxmlformats.org/officeDocument/2006/relationships" id="271" r:id="R6916491a24b142d5"/>
    <p:sldId xmlns:r="http://schemas.openxmlformats.org/officeDocument/2006/relationships" id="272" r:id="Rafab212e0a1a45c3"/>
    <p:sldId xmlns:r="http://schemas.openxmlformats.org/officeDocument/2006/relationships" id="273" r:id="R2185f524686f4263"/>
    <p:sldId xmlns:r="http://schemas.openxmlformats.org/officeDocument/2006/relationships" id="274" r:id="R6dc759a54100490c"/>
    <p:sldId xmlns:r="http://schemas.openxmlformats.org/officeDocument/2006/relationships" id="275" r:id="Rf45198361ebd41e7"/>
    <p:sldId xmlns:r="http://schemas.openxmlformats.org/officeDocument/2006/relationships" id="276" r:id="R463c9c083e9a4b91"/>
    <p:sldId xmlns:r="http://schemas.openxmlformats.org/officeDocument/2006/relationships" id="277" r:id="R17cdf37e27234d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d9852b64134c37" /><Relationship Type="http://schemas.openxmlformats.org/officeDocument/2006/relationships/slideMaster" Target="/ppt/slideMasters/slideMaster1.xml" Id="Rdcd823dab9214a00" /><Relationship Type="http://schemas.openxmlformats.org/officeDocument/2006/relationships/notesMaster" Target="/ppt/notesMasters/notesMaster1.xml" Id="Rcbcb1af9191b444e" /><Relationship Type="http://schemas.openxmlformats.org/officeDocument/2006/relationships/presProps" Target="/ppt/presProps.xml" Id="R2750a532f9ab4be0" /><Relationship Type="http://schemas.openxmlformats.org/officeDocument/2006/relationships/viewProps" Target="/ppt/viewProps.xml" Id="R0a8a303cdab94bf2" /><Relationship Type="http://schemas.openxmlformats.org/officeDocument/2006/relationships/tableStyles" Target="/ppt/tableStyles.xml" Id="R464e805309574c57" /><Relationship Type="http://schemas.openxmlformats.org/officeDocument/2006/relationships/slide" Target="/ppt/slides/slide1.xml" Id="Rb81511b671e14548" /><Relationship Type="http://schemas.openxmlformats.org/officeDocument/2006/relationships/slide" Target="/ppt/slides/slide2.xml" Id="Re9280062d0ff429d" /><Relationship Type="http://schemas.openxmlformats.org/officeDocument/2006/relationships/slide" Target="/ppt/slides/slide3.xml" Id="Rcf4ab13e8d314143" /><Relationship Type="http://schemas.openxmlformats.org/officeDocument/2006/relationships/slide" Target="/ppt/slides/slide4.xml" Id="R6a1a4585d9f44b2f" /><Relationship Type="http://schemas.openxmlformats.org/officeDocument/2006/relationships/slide" Target="/ppt/slides/slide5.xml" Id="R654e691c82e74011" /><Relationship Type="http://schemas.openxmlformats.org/officeDocument/2006/relationships/slide" Target="/ppt/slides/slide6.xml" Id="Rdd2e95c38cc64a8c" /><Relationship Type="http://schemas.openxmlformats.org/officeDocument/2006/relationships/slide" Target="/ppt/slides/slide7.xml" Id="R3d24dad58f314943" /><Relationship Type="http://schemas.openxmlformats.org/officeDocument/2006/relationships/slide" Target="/ppt/slides/slide8.xml" Id="R42470436f76f4e26" /><Relationship Type="http://schemas.openxmlformats.org/officeDocument/2006/relationships/slide" Target="/ppt/slides/slide9.xml" Id="Rbb45cda7278e4555" /><Relationship Type="http://schemas.openxmlformats.org/officeDocument/2006/relationships/slide" Target="/ppt/slides/slide10.xml" Id="R5b423059b021420f" /><Relationship Type="http://schemas.openxmlformats.org/officeDocument/2006/relationships/slide" Target="/ppt/slides/slide11.xml" Id="Ref6a6aae5cb64df9" /><Relationship Type="http://schemas.openxmlformats.org/officeDocument/2006/relationships/slide" Target="/ppt/slides/slide12.xml" Id="R10a6e454159a448d" /><Relationship Type="http://schemas.openxmlformats.org/officeDocument/2006/relationships/slide" Target="/ppt/slides/slide13.xml" Id="R6754dd0275ef4f43" /><Relationship Type="http://schemas.openxmlformats.org/officeDocument/2006/relationships/slide" Target="/ppt/slides/slide14.xml" Id="R2135302bc45f447b" /><Relationship Type="http://schemas.openxmlformats.org/officeDocument/2006/relationships/slide" Target="/ppt/slides/slide15.xml" Id="Rb7ea79c046ea4c5a" /><Relationship Type="http://schemas.openxmlformats.org/officeDocument/2006/relationships/slide" Target="/ppt/slides/slide16.xml" Id="R6916491a24b142d5" /><Relationship Type="http://schemas.openxmlformats.org/officeDocument/2006/relationships/slide" Target="/ppt/slides/slide17.xml" Id="Rafab212e0a1a45c3" /><Relationship Type="http://schemas.openxmlformats.org/officeDocument/2006/relationships/slide" Target="/ppt/slides/slide18.xml" Id="R2185f524686f4263" /><Relationship Type="http://schemas.openxmlformats.org/officeDocument/2006/relationships/slide" Target="/ppt/slides/slide19.xml" Id="R6dc759a54100490c" /><Relationship Type="http://schemas.openxmlformats.org/officeDocument/2006/relationships/slide" Target="/ppt/slides/slide20.xml" Id="Rf45198361ebd41e7" /><Relationship Type="http://schemas.openxmlformats.org/officeDocument/2006/relationships/slide" Target="/ppt/slides/slide21.xml" Id="R463c9c083e9a4b91" /><Relationship Type="http://schemas.openxmlformats.org/officeDocument/2006/relationships/slide" Target="/ppt/slides/slide22.xml" Id="R17cdf37e27234d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4b32b0e10c49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8c507ee75d4fc3" /><Relationship Type="http://schemas.openxmlformats.org/officeDocument/2006/relationships/notesMaster" Target="/ppt/notesMasters/notesMaster1.xml" Id="R5f1c50516da449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07ab6375ef4a52" /><Relationship Type="http://schemas.openxmlformats.org/officeDocument/2006/relationships/notesMaster" Target="/ppt/notesMasters/notesMaster1.xml" Id="R032c02122daf4e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d1606ac46b4e12" /><Relationship Type="http://schemas.openxmlformats.org/officeDocument/2006/relationships/notesMaster" Target="/ppt/notesMasters/notesMaster1.xml" Id="R68c1a109f2fe47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8e400521ef4fb2" /><Relationship Type="http://schemas.openxmlformats.org/officeDocument/2006/relationships/notesMaster" Target="/ppt/notesMasters/notesMaster1.xml" Id="R6f0214dbf56743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8032a3e2c84466" /><Relationship Type="http://schemas.openxmlformats.org/officeDocument/2006/relationships/notesMaster" Target="/ppt/notesMasters/notesMaster1.xml" Id="R124986b46a6c42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7d95bfcaee4753" /><Relationship Type="http://schemas.openxmlformats.org/officeDocument/2006/relationships/notesMaster" Target="/ppt/notesMasters/notesMaster1.xml" Id="R55da98dbc2e645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365d06fa0e4f93" /><Relationship Type="http://schemas.openxmlformats.org/officeDocument/2006/relationships/notesMaster" Target="/ppt/notesMasters/notesMaster1.xml" Id="R2d414703b6e049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02364b466540b3" /><Relationship Type="http://schemas.openxmlformats.org/officeDocument/2006/relationships/notesMaster" Target="/ppt/notesMasters/notesMaster1.xml" Id="R1ef904acd0224a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008bbff1c74c73" /><Relationship Type="http://schemas.openxmlformats.org/officeDocument/2006/relationships/notesMaster" Target="/ppt/notesMasters/notesMaster1.xml" Id="R2b70b1ec84ea49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0f1874dc9c4bac" /><Relationship Type="http://schemas.openxmlformats.org/officeDocument/2006/relationships/notesMaster" Target="/ppt/notesMasters/notesMaster1.xml" Id="Re7fc5efa5c0048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9a4a2d14e9432f" /><Relationship Type="http://schemas.openxmlformats.org/officeDocument/2006/relationships/notesMaster" Target="/ppt/notesMasters/notesMaster1.xml" Id="R258c5f4010af46a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2d4f1f2ee74ff3" /><Relationship Type="http://schemas.openxmlformats.org/officeDocument/2006/relationships/notesMaster" Target="/ppt/notesMasters/notesMaster1.xml" Id="Radb1ac2aab1344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38ab9d90f44b2e" /><Relationship Type="http://schemas.openxmlformats.org/officeDocument/2006/relationships/notesMaster" Target="/ppt/notesMasters/notesMaster1.xml" Id="R7c503162e56343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27d1c2640c40e5" /><Relationship Type="http://schemas.openxmlformats.org/officeDocument/2006/relationships/notesMaster" Target="/ppt/notesMasters/notesMaster1.xml" Id="R4c749e6d4fc448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03263f579ad4659" /><Relationship Type="http://schemas.openxmlformats.org/officeDocument/2006/relationships/notesMaster" Target="/ppt/notesMasters/notesMaster1.xml" Id="Rded2821fc6a748c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beb4cd777fb4197" /><Relationship Type="http://schemas.openxmlformats.org/officeDocument/2006/relationships/notesMaster" Target="/ppt/notesMasters/notesMaster1.xml" Id="R73f46e7c090b4fa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61e5a5cc6f4f42" /><Relationship Type="http://schemas.openxmlformats.org/officeDocument/2006/relationships/notesMaster" Target="/ppt/notesMasters/notesMaster1.xml" Id="Rd1c580d2659148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fb22408ef5d46fa" /><Relationship Type="http://schemas.openxmlformats.org/officeDocument/2006/relationships/notesMaster" Target="/ppt/notesMasters/notesMaster1.xml" Id="R91fe408d550d4e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9caff0de5394ce9" /><Relationship Type="http://schemas.openxmlformats.org/officeDocument/2006/relationships/notesMaster" Target="/ppt/notesMasters/notesMaster1.xml" Id="R2c8823f7427842a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230a19ee33f4c19" /><Relationship Type="http://schemas.openxmlformats.org/officeDocument/2006/relationships/notesMaster" Target="/ppt/notesMasters/notesMaster1.xml" Id="R117efd32a23244c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b10696901e64ab2" /><Relationship Type="http://schemas.openxmlformats.org/officeDocument/2006/relationships/notesMaster" Target="/ppt/notesMasters/notesMaster1.xml" Id="R043433cbd7e349c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9f25961d0dc4840" /><Relationship Type="http://schemas.openxmlformats.org/officeDocument/2006/relationships/notesMaster" Target="/ppt/notesMasters/notesMaster1.xml" Id="Ra32756d0237e4e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3a9da648e6493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2fd00d456a4a59" /><Relationship Type="http://schemas.openxmlformats.org/officeDocument/2006/relationships/slideLayout" Target="/ppt/slideLayouts/slideLayout1.xml" Id="R2404d73339204c8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4d73339204c8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ea47f9c374db8" /><Relationship Type="http://schemas.openxmlformats.org/officeDocument/2006/relationships/image" Target="/ppt/media/image.jpeg" Id="R138b1bf0b42c41f0" /><Relationship Type="http://schemas.openxmlformats.org/officeDocument/2006/relationships/image" Target="/ppt/media/image.png" Id="Ra6b26f65c5ee46cf" /><Relationship Type="http://schemas.openxmlformats.org/officeDocument/2006/relationships/image" Target="/ppt/media/image2.png" Id="R7012c7feb75d4b4c" /><Relationship Type="http://schemas.openxmlformats.org/officeDocument/2006/relationships/notesSlide" Target="/ppt/notesSlides/notesSlide1.xml" Id="Rff6e9f63e1ce46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bf99a45ad42c7" /><Relationship Type="http://schemas.openxmlformats.org/officeDocument/2006/relationships/image" Target="/ppt/media/image.png" Id="R44498321e0234b58" /><Relationship Type="http://schemas.openxmlformats.org/officeDocument/2006/relationships/image" Target="/ppt/media/image2.png" Id="Re220e11fc631473a" /><Relationship Type="http://schemas.openxmlformats.org/officeDocument/2006/relationships/image" Target="/ppt/media/image3.png" Id="R660cd9f9c7824519" /><Relationship Type="http://schemas.openxmlformats.org/officeDocument/2006/relationships/image" Target="/ppt/media/image4.png" Id="R81e3738d9bdf49c7" /><Relationship Type="http://schemas.openxmlformats.org/officeDocument/2006/relationships/image" Target="/ppt/media/image5.png" Id="R8220e0a2699641b3" /><Relationship Type="http://schemas.openxmlformats.org/officeDocument/2006/relationships/image" Target="/ppt/media/image6.png" Id="R1364d9a4f1ec44bc" /><Relationship Type="http://schemas.openxmlformats.org/officeDocument/2006/relationships/image" Target="/ppt/media/image7.png" Id="Rec62dc6d94fe46e4" /><Relationship Type="http://schemas.openxmlformats.org/officeDocument/2006/relationships/image" Target="/ppt/media/image8.png" Id="R177508ff3a9048fe" /><Relationship Type="http://schemas.openxmlformats.org/officeDocument/2006/relationships/image" Target="/ppt/media/image9.png" Id="R11dedc0c8d3d402c" /><Relationship Type="http://schemas.openxmlformats.org/officeDocument/2006/relationships/notesSlide" Target="/ppt/notesSlides/notesSlide2.xml" Id="R8ffd99f8a1a14f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dc9c66b0d46b0" /><Relationship Type="http://schemas.openxmlformats.org/officeDocument/2006/relationships/image" Target="/ppt/media/image.png" Id="Rc396e1ad12634d63" /><Relationship Type="http://schemas.openxmlformats.org/officeDocument/2006/relationships/image" Target="/ppt/media/image2.png" Id="R66183b66f9eb41a6" /><Relationship Type="http://schemas.openxmlformats.org/officeDocument/2006/relationships/notesSlide" Target="/ppt/notesSlides/notesSlide3.xml" Id="R78ad00681ddc45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f228cdaaa45b9" /><Relationship Type="http://schemas.openxmlformats.org/officeDocument/2006/relationships/image" Target="/ppt/media/image.png" Id="R639a1fd4fae6470d" /><Relationship Type="http://schemas.openxmlformats.org/officeDocument/2006/relationships/image" Target="/ppt/media/image2.png" Id="R1b74d4da06ba4770" /><Relationship Type="http://schemas.openxmlformats.org/officeDocument/2006/relationships/image" Target="/ppt/media/image3.png" Id="R761f156a69f04273" /><Relationship Type="http://schemas.openxmlformats.org/officeDocument/2006/relationships/image" Target="/ppt/media/image4.png" Id="Rfe7504f7e5cc4fa5" /><Relationship Type="http://schemas.openxmlformats.org/officeDocument/2006/relationships/image" Target="/ppt/media/image5.png" Id="R75381f65c9d044ff" /><Relationship Type="http://schemas.openxmlformats.org/officeDocument/2006/relationships/image" Target="/ppt/media/image6.png" Id="R968d4918130d4c27" /><Relationship Type="http://schemas.openxmlformats.org/officeDocument/2006/relationships/image" Target="/ppt/media/image7.png" Id="Rb93cd3e7b50946b5" /><Relationship Type="http://schemas.openxmlformats.org/officeDocument/2006/relationships/image" Target="/ppt/media/image8.png" Id="R7d34582ce190479b" /><Relationship Type="http://schemas.openxmlformats.org/officeDocument/2006/relationships/image" Target="/ppt/media/image9.png" Id="R393d0c1f614b4e29" /><Relationship Type="http://schemas.openxmlformats.org/officeDocument/2006/relationships/image" Target="/ppt/media/image10.png" Id="Rf4cb896573f24c75" /><Relationship Type="http://schemas.openxmlformats.org/officeDocument/2006/relationships/notesSlide" Target="/ppt/notesSlides/notesSlide4.xml" Id="R99f1bdbd460848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e176735264bd2" /><Relationship Type="http://schemas.openxmlformats.org/officeDocument/2006/relationships/image" Target="/ppt/media/image.png" Id="R4729045ee01c4771" /><Relationship Type="http://schemas.openxmlformats.org/officeDocument/2006/relationships/image" Target="/ppt/media/image2.png" Id="Rf18228aead874b3a" /><Relationship Type="http://schemas.openxmlformats.org/officeDocument/2006/relationships/image" Target="/ppt/media/image3.png" Id="R6562fd1b4f8541b3" /><Relationship Type="http://schemas.openxmlformats.org/officeDocument/2006/relationships/image" Target="/ppt/media/image4.png" Id="R110ef338fad54847" /><Relationship Type="http://schemas.openxmlformats.org/officeDocument/2006/relationships/image" Target="/ppt/media/image5.png" Id="R321af181fd284e2b" /><Relationship Type="http://schemas.openxmlformats.org/officeDocument/2006/relationships/image" Target="/ppt/media/image6.png" Id="R3499b17868504fcc" /><Relationship Type="http://schemas.openxmlformats.org/officeDocument/2006/relationships/image" Target="/ppt/media/image7.png" Id="R220c9584edcd49a9" /><Relationship Type="http://schemas.openxmlformats.org/officeDocument/2006/relationships/image" Target="/ppt/media/image8.png" Id="Rbadffc35311341e7" /><Relationship Type="http://schemas.openxmlformats.org/officeDocument/2006/relationships/image" Target="/ppt/media/image9.png" Id="Rc64c353c01cd4946" /><Relationship Type="http://schemas.openxmlformats.org/officeDocument/2006/relationships/image" Target="/ppt/media/image2.jpeg" Id="R54849a64bad2406d" /><Relationship Type="http://schemas.openxmlformats.org/officeDocument/2006/relationships/notesSlide" Target="/ppt/notesSlides/notesSlide5.xml" Id="R772e09754b374b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d74b5e9794a63" /><Relationship Type="http://schemas.openxmlformats.org/officeDocument/2006/relationships/image" Target="/ppt/media/image.png" Id="Refa5e47de47540f1" /><Relationship Type="http://schemas.openxmlformats.org/officeDocument/2006/relationships/image" Target="/ppt/media/image2.png" Id="R394f1f5c81bd421d" /><Relationship Type="http://schemas.openxmlformats.org/officeDocument/2006/relationships/notesSlide" Target="/ppt/notesSlides/notesSlide6.xml" Id="Rff4ce760811841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4efe0aae14b22" /><Relationship Type="http://schemas.openxmlformats.org/officeDocument/2006/relationships/image" Target="/ppt/media/image.png" Id="Rdb1f8ee77a9742f1" /><Relationship Type="http://schemas.openxmlformats.org/officeDocument/2006/relationships/image" Target="/ppt/media/image2.png" Id="Re5e3b62205e64d70" /><Relationship Type="http://schemas.openxmlformats.org/officeDocument/2006/relationships/image" Target="/ppt/media/image3.png" Id="Rb505ca63495e4fd4" /><Relationship Type="http://schemas.openxmlformats.org/officeDocument/2006/relationships/image" Target="/ppt/media/image4.png" Id="Rd87f4f909c714f6a" /><Relationship Type="http://schemas.openxmlformats.org/officeDocument/2006/relationships/image" Target="/ppt/media/image5.png" Id="R62159e2fd47d4098" /><Relationship Type="http://schemas.openxmlformats.org/officeDocument/2006/relationships/image" Target="/ppt/media/image6.png" Id="Rdc17f9586ec34806" /><Relationship Type="http://schemas.openxmlformats.org/officeDocument/2006/relationships/image" Target="/ppt/media/image7.png" Id="R225d153ceb994231" /><Relationship Type="http://schemas.openxmlformats.org/officeDocument/2006/relationships/image" Target="/ppt/media/image8.png" Id="R1df9f519f3d84a1e" /><Relationship Type="http://schemas.openxmlformats.org/officeDocument/2006/relationships/image" Target="/ppt/media/image9.png" Id="R7a9f75a0b7da4eb5" /><Relationship Type="http://schemas.openxmlformats.org/officeDocument/2006/relationships/image" Target="/ppt/media/image11.png" Id="R5880cd7c33e6466f" /><Relationship Type="http://schemas.openxmlformats.org/officeDocument/2006/relationships/notesSlide" Target="/ppt/notesSlides/notesSlide7.xml" Id="R005a1db3cc5b49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f94ffa0dd405e" /><Relationship Type="http://schemas.openxmlformats.org/officeDocument/2006/relationships/image" Target="/ppt/media/image.png" Id="R53e2ba2ccce241b4" /><Relationship Type="http://schemas.openxmlformats.org/officeDocument/2006/relationships/image" Target="/ppt/media/image2.png" Id="Re81943d77f894d0b" /><Relationship Type="http://schemas.openxmlformats.org/officeDocument/2006/relationships/notesSlide" Target="/ppt/notesSlides/notesSlide8.xml" Id="R1a694be5af2a40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97942e00e464a" /><Relationship Type="http://schemas.openxmlformats.org/officeDocument/2006/relationships/image" Target="/ppt/media/image.png" Id="Rd956c152ac024b1a" /><Relationship Type="http://schemas.openxmlformats.org/officeDocument/2006/relationships/image" Target="/ppt/media/image2.png" Id="R18f57ccc589341fb" /><Relationship Type="http://schemas.openxmlformats.org/officeDocument/2006/relationships/image" Target="/ppt/media/image3.png" Id="Rb93c8210615448bc" /><Relationship Type="http://schemas.openxmlformats.org/officeDocument/2006/relationships/image" Target="/ppt/media/image4.png" Id="Rb3d78f4624c24fe0" /><Relationship Type="http://schemas.openxmlformats.org/officeDocument/2006/relationships/image" Target="/ppt/media/image5.png" Id="R0eb25ae020c54bdb" /><Relationship Type="http://schemas.openxmlformats.org/officeDocument/2006/relationships/image" Target="/ppt/media/image6.png" Id="Rfc844ccd586748a1" /><Relationship Type="http://schemas.openxmlformats.org/officeDocument/2006/relationships/image" Target="/ppt/media/image7.png" Id="R183d2f8567a44a58" /><Relationship Type="http://schemas.openxmlformats.org/officeDocument/2006/relationships/image" Target="/ppt/media/image8.png" Id="R491a9ee138154ce9" /><Relationship Type="http://schemas.openxmlformats.org/officeDocument/2006/relationships/image" Target="/ppt/media/image9.png" Id="R1f3b8b1b68574180" /><Relationship Type="http://schemas.openxmlformats.org/officeDocument/2006/relationships/image" Target="/ppt/media/image12.png" Id="Rad4fc4141c654447" /><Relationship Type="http://schemas.openxmlformats.org/officeDocument/2006/relationships/notesSlide" Target="/ppt/notesSlides/notesSlide9.xml" Id="Rcf96185508d241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e509b2ab843ca" /><Relationship Type="http://schemas.openxmlformats.org/officeDocument/2006/relationships/image" Target="/ppt/media/image.png" Id="R12a19dbb876545d7" /><Relationship Type="http://schemas.openxmlformats.org/officeDocument/2006/relationships/image" Target="/ppt/media/image2.png" Id="Re33bcf69e63d4d8b" /><Relationship Type="http://schemas.openxmlformats.org/officeDocument/2006/relationships/notesSlide" Target="/ppt/notesSlides/notesSlide10.xml" Id="R8be58a5a6ca84e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8930f85bc4298" /><Relationship Type="http://schemas.openxmlformats.org/officeDocument/2006/relationships/image" Target="/ppt/media/image.png" Id="R5e70577ff37a4f97" /><Relationship Type="http://schemas.openxmlformats.org/officeDocument/2006/relationships/image" Target="/ppt/media/image2.png" Id="Rc7443a6bda364dee" /><Relationship Type="http://schemas.openxmlformats.org/officeDocument/2006/relationships/image" Target="/ppt/media/image3.png" Id="Rb847a6894fdc471b" /><Relationship Type="http://schemas.openxmlformats.org/officeDocument/2006/relationships/image" Target="/ppt/media/image4.png" Id="Rf1024a12950e4e0f" /><Relationship Type="http://schemas.openxmlformats.org/officeDocument/2006/relationships/image" Target="/ppt/media/image5.png" Id="Rd47a29455790439f" /><Relationship Type="http://schemas.openxmlformats.org/officeDocument/2006/relationships/image" Target="/ppt/media/image6.png" Id="R5c8f717f23244686" /><Relationship Type="http://schemas.openxmlformats.org/officeDocument/2006/relationships/image" Target="/ppt/media/image7.png" Id="R303aedc0235848d1" /><Relationship Type="http://schemas.openxmlformats.org/officeDocument/2006/relationships/image" Target="/ppt/media/image8.png" Id="R836da5f570304944" /><Relationship Type="http://schemas.openxmlformats.org/officeDocument/2006/relationships/image" Target="/ppt/media/image9.png" Id="R489f328d27d04274" /><Relationship Type="http://schemas.openxmlformats.org/officeDocument/2006/relationships/image" Target="/ppt/media/image13.png" Id="R8bacc3160658442b" /><Relationship Type="http://schemas.openxmlformats.org/officeDocument/2006/relationships/notesSlide" Target="/ppt/notesSlides/notesSlide11.xml" Id="R96f123fbd5de42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6c3b85c7c415a" /><Relationship Type="http://schemas.openxmlformats.org/officeDocument/2006/relationships/image" Target="/ppt/media/image.png" Id="R2f5d4df64ad54640" /><Relationship Type="http://schemas.openxmlformats.org/officeDocument/2006/relationships/image" Target="/ppt/media/image2.png" Id="R15555eaad5764e6b" /><Relationship Type="http://schemas.openxmlformats.org/officeDocument/2006/relationships/notesSlide" Target="/ppt/notesSlides/notesSlide12.xml" Id="Re2cecb5bc26a4c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5d7f90957494d" /><Relationship Type="http://schemas.openxmlformats.org/officeDocument/2006/relationships/image" Target="/ppt/media/image.png" Id="Rb8125d6b19b84597" /><Relationship Type="http://schemas.openxmlformats.org/officeDocument/2006/relationships/image" Target="/ppt/media/image2.png" Id="R45e4dae82e7a4b6f" /><Relationship Type="http://schemas.openxmlformats.org/officeDocument/2006/relationships/image" Target="/ppt/media/image3.png" Id="Rc6e2ea5306504d13" /><Relationship Type="http://schemas.openxmlformats.org/officeDocument/2006/relationships/image" Target="/ppt/media/image4.png" Id="R3f1ca30cf38e4fb7" /><Relationship Type="http://schemas.openxmlformats.org/officeDocument/2006/relationships/image" Target="/ppt/media/image5.png" Id="Rc8671f4ad04e42cb" /><Relationship Type="http://schemas.openxmlformats.org/officeDocument/2006/relationships/image" Target="/ppt/media/image6.png" Id="R225a9530247a449d" /><Relationship Type="http://schemas.openxmlformats.org/officeDocument/2006/relationships/image" Target="/ppt/media/image7.png" Id="R1c9e82fabe454a59" /><Relationship Type="http://schemas.openxmlformats.org/officeDocument/2006/relationships/image" Target="/ppt/media/image8.png" Id="R02b619d7e1bb4ec5" /><Relationship Type="http://schemas.openxmlformats.org/officeDocument/2006/relationships/image" Target="/ppt/media/image9.png" Id="Rdb22e56db7654426" /><Relationship Type="http://schemas.openxmlformats.org/officeDocument/2006/relationships/image" Target="/ppt/media/image14.png" Id="Rfc34e92e1e3b4f4d" /><Relationship Type="http://schemas.openxmlformats.org/officeDocument/2006/relationships/notesSlide" Target="/ppt/notesSlides/notesSlide13.xml" Id="R00d8ce4d329b4b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24c1241c144d6" /><Relationship Type="http://schemas.openxmlformats.org/officeDocument/2006/relationships/image" Target="/ppt/media/image.png" Id="R3fe989a4d7814569" /><Relationship Type="http://schemas.openxmlformats.org/officeDocument/2006/relationships/image" Target="/ppt/media/image2.png" Id="Rf6c42f0578da4eb8" /><Relationship Type="http://schemas.openxmlformats.org/officeDocument/2006/relationships/image" Target="/ppt/media/image3.png" Id="Rc1bf0226dc484977" /><Relationship Type="http://schemas.openxmlformats.org/officeDocument/2006/relationships/image" Target="/ppt/media/image4.png" Id="R0f7f406dccd54270" /><Relationship Type="http://schemas.openxmlformats.org/officeDocument/2006/relationships/image" Target="/ppt/media/image5.png" Id="Rcd583444f9344924" /><Relationship Type="http://schemas.openxmlformats.org/officeDocument/2006/relationships/image" Target="/ppt/media/image6.png" Id="R1977beb45a8f422a" /><Relationship Type="http://schemas.openxmlformats.org/officeDocument/2006/relationships/image" Target="/ppt/media/image7.png" Id="Rbc8ff49399ad4d03" /><Relationship Type="http://schemas.openxmlformats.org/officeDocument/2006/relationships/image" Target="/ppt/media/image8.png" Id="Rce5adaa216ea4b8b" /><Relationship Type="http://schemas.openxmlformats.org/officeDocument/2006/relationships/image" Target="/ppt/media/image9.png" Id="R7d74e704cb894400" /><Relationship Type="http://schemas.openxmlformats.org/officeDocument/2006/relationships/image" Target="/ppt/media/image15.png" Id="Rfbc5470499164f53" /><Relationship Type="http://schemas.openxmlformats.org/officeDocument/2006/relationships/notesSlide" Target="/ppt/notesSlides/notesSlide14.xml" Id="R28c72bd05bbf44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f5cbb363f4bf3" /><Relationship Type="http://schemas.openxmlformats.org/officeDocument/2006/relationships/image" Target="/ppt/media/image.png" Id="R9f252af690d34eda" /><Relationship Type="http://schemas.openxmlformats.org/officeDocument/2006/relationships/image" Target="/ppt/media/image2.png" Id="Raf5589ac33db44e2" /><Relationship Type="http://schemas.openxmlformats.org/officeDocument/2006/relationships/image" Target="/ppt/media/image3.png" Id="Rf529d6b07a844a4c" /><Relationship Type="http://schemas.openxmlformats.org/officeDocument/2006/relationships/image" Target="/ppt/media/image4.png" Id="Ra25d09802726456a" /><Relationship Type="http://schemas.openxmlformats.org/officeDocument/2006/relationships/image" Target="/ppt/media/image5.png" Id="Rcaffae485cc74384" /><Relationship Type="http://schemas.openxmlformats.org/officeDocument/2006/relationships/image" Target="/ppt/media/image6.png" Id="Rc230441d7e9b408b" /><Relationship Type="http://schemas.openxmlformats.org/officeDocument/2006/relationships/image" Target="/ppt/media/image7.png" Id="Rac5a19af79304c73" /><Relationship Type="http://schemas.openxmlformats.org/officeDocument/2006/relationships/image" Target="/ppt/media/image8.png" Id="Ra7c95d4b27644450" /><Relationship Type="http://schemas.openxmlformats.org/officeDocument/2006/relationships/image" Target="/ppt/media/image9.png" Id="R591a7b3123bf4de5" /><Relationship Type="http://schemas.openxmlformats.org/officeDocument/2006/relationships/image" Target="/ppt/media/image16.png" Id="Red6c7c4db36d4f09" /><Relationship Type="http://schemas.openxmlformats.org/officeDocument/2006/relationships/notesSlide" Target="/ppt/notesSlides/notesSlide15.xml" Id="R3cd6cf27266547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a93a636664cc9" /><Relationship Type="http://schemas.openxmlformats.org/officeDocument/2006/relationships/image" Target="/ppt/media/image.png" Id="Rd8d5e5eb6649465c" /><Relationship Type="http://schemas.openxmlformats.org/officeDocument/2006/relationships/image" Target="/ppt/media/image2.png" Id="R671772d4b1504932" /><Relationship Type="http://schemas.openxmlformats.org/officeDocument/2006/relationships/notesSlide" Target="/ppt/notesSlides/notesSlide16.xml" Id="Rb4dccb8d6cee48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b84824a1147e1" /><Relationship Type="http://schemas.openxmlformats.org/officeDocument/2006/relationships/image" Target="/ppt/media/image.png" Id="R87cae14db5394b0b" /><Relationship Type="http://schemas.openxmlformats.org/officeDocument/2006/relationships/image" Target="/ppt/media/image2.png" Id="R80aba89fbb984f86" /><Relationship Type="http://schemas.openxmlformats.org/officeDocument/2006/relationships/image" Target="/ppt/media/image3.png" Id="R7113856780a0458d" /><Relationship Type="http://schemas.openxmlformats.org/officeDocument/2006/relationships/image" Target="/ppt/media/image4.png" Id="R6cf336d19a4b472c" /><Relationship Type="http://schemas.openxmlformats.org/officeDocument/2006/relationships/image" Target="/ppt/media/image5.png" Id="Rf0659f2910a2441a" /><Relationship Type="http://schemas.openxmlformats.org/officeDocument/2006/relationships/image" Target="/ppt/media/image6.png" Id="R5b86fa9d23004311" /><Relationship Type="http://schemas.openxmlformats.org/officeDocument/2006/relationships/image" Target="/ppt/media/image7.png" Id="Rc82ce00031fb485b" /><Relationship Type="http://schemas.openxmlformats.org/officeDocument/2006/relationships/image" Target="/ppt/media/image8.png" Id="R756d4f5f74b54d9c" /><Relationship Type="http://schemas.openxmlformats.org/officeDocument/2006/relationships/image" Target="/ppt/media/image9.png" Id="R2b631b764cd74ccb" /><Relationship Type="http://schemas.openxmlformats.org/officeDocument/2006/relationships/image" Target="/ppt/media/image17.png" Id="R5c3cdb9c326047e1" /><Relationship Type="http://schemas.openxmlformats.org/officeDocument/2006/relationships/notesSlide" Target="/ppt/notesSlides/notesSlide17.xml" Id="R72bace2de86f44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16ebce9334e53" /><Relationship Type="http://schemas.openxmlformats.org/officeDocument/2006/relationships/image" Target="/ppt/media/image.png" Id="Rd5aea3573dfb4b51" /><Relationship Type="http://schemas.openxmlformats.org/officeDocument/2006/relationships/image" Target="/ppt/media/image2.png" Id="R3ec3c1f608c440db" /><Relationship Type="http://schemas.openxmlformats.org/officeDocument/2006/relationships/notesSlide" Target="/ppt/notesSlides/notesSlide18.xml" Id="R6be4a000c666440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89ae244474514" /><Relationship Type="http://schemas.openxmlformats.org/officeDocument/2006/relationships/image" Target="/ppt/media/image.png" Id="Racb8ae6bd8a34a2b" /><Relationship Type="http://schemas.openxmlformats.org/officeDocument/2006/relationships/image" Target="/ppt/media/image2.png" Id="R4c6f27b67c9e469d" /><Relationship Type="http://schemas.openxmlformats.org/officeDocument/2006/relationships/image" Target="/ppt/media/image3.png" Id="R5efdc22eda724aa1" /><Relationship Type="http://schemas.openxmlformats.org/officeDocument/2006/relationships/image" Target="/ppt/media/image4.png" Id="R215a21bfbbfe41bd" /><Relationship Type="http://schemas.openxmlformats.org/officeDocument/2006/relationships/image" Target="/ppt/media/image5.png" Id="R6a812ffa5d9549e1" /><Relationship Type="http://schemas.openxmlformats.org/officeDocument/2006/relationships/image" Target="/ppt/media/image6.png" Id="Ra8f1569a3b834fc6" /><Relationship Type="http://schemas.openxmlformats.org/officeDocument/2006/relationships/image" Target="/ppt/media/image7.png" Id="Rd312361a35df4a2b" /><Relationship Type="http://schemas.openxmlformats.org/officeDocument/2006/relationships/image" Target="/ppt/media/image8.png" Id="R90d9d8893d824ca3" /><Relationship Type="http://schemas.openxmlformats.org/officeDocument/2006/relationships/image" Target="/ppt/media/image9.png" Id="Rb0ad695df36342e1" /><Relationship Type="http://schemas.openxmlformats.org/officeDocument/2006/relationships/image" Target="/ppt/media/image18.png" Id="R8cac066a237b4741" /><Relationship Type="http://schemas.openxmlformats.org/officeDocument/2006/relationships/notesSlide" Target="/ppt/notesSlides/notesSlide19.xml" Id="R66339a6d9a06471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edfabfc5d4238" /><Relationship Type="http://schemas.openxmlformats.org/officeDocument/2006/relationships/image" Target="/ppt/media/image.png" Id="Rb128ac25bc624fcb" /><Relationship Type="http://schemas.openxmlformats.org/officeDocument/2006/relationships/image" Target="/ppt/media/image2.png" Id="Rf2f194f42e7a4141" /><Relationship Type="http://schemas.openxmlformats.org/officeDocument/2006/relationships/notesSlide" Target="/ppt/notesSlides/notesSlide20.xml" Id="R32448848fe73483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3831f8b5d4ba5" /><Relationship Type="http://schemas.openxmlformats.org/officeDocument/2006/relationships/image" Target="/ppt/media/image.png" Id="R720b58fc08114f8d" /><Relationship Type="http://schemas.openxmlformats.org/officeDocument/2006/relationships/image" Target="/ppt/media/image2.png" Id="R1f54dd849c844493" /><Relationship Type="http://schemas.openxmlformats.org/officeDocument/2006/relationships/image" Target="/ppt/media/image3.png" Id="Rcf437929f4d2465c" /><Relationship Type="http://schemas.openxmlformats.org/officeDocument/2006/relationships/image" Target="/ppt/media/image4.png" Id="Rc8aacba4baea4a14" /><Relationship Type="http://schemas.openxmlformats.org/officeDocument/2006/relationships/image" Target="/ppt/media/image5.png" Id="R975d762d3cf34617" /><Relationship Type="http://schemas.openxmlformats.org/officeDocument/2006/relationships/image" Target="/ppt/media/image6.png" Id="Ra16ab4464f594fe9" /><Relationship Type="http://schemas.openxmlformats.org/officeDocument/2006/relationships/image" Target="/ppt/media/image7.png" Id="R81e450eb0bad4284" /><Relationship Type="http://schemas.openxmlformats.org/officeDocument/2006/relationships/image" Target="/ppt/media/image8.png" Id="R53535563056e4621" /><Relationship Type="http://schemas.openxmlformats.org/officeDocument/2006/relationships/image" Target="/ppt/media/image9.png" Id="R9da5f66db3254474" /><Relationship Type="http://schemas.openxmlformats.org/officeDocument/2006/relationships/image" Target="/ppt/media/image19.png" Id="Rc60c9a2d43174e7c" /><Relationship Type="http://schemas.openxmlformats.org/officeDocument/2006/relationships/notesSlide" Target="/ppt/notesSlides/notesSlide21.xml" Id="R582f4ff8e7a94e0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d05d4b9eb45d8" /><Relationship Type="http://schemas.openxmlformats.org/officeDocument/2006/relationships/image" Target="/ppt/media/image.png" Id="Rec143b1826394122" /><Relationship Type="http://schemas.openxmlformats.org/officeDocument/2006/relationships/image" Target="/ppt/media/image2.png" Id="R60b2e15514d24e1f" /><Relationship Type="http://schemas.openxmlformats.org/officeDocument/2006/relationships/notesSlide" Target="/ppt/notesSlides/notesSlide22.xml" Id="Reea6fc1c8e544d7b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38b1bf0b42c41f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26f65c5ee46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2c7feb75d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E8BFCDDB-FCC7-450D-AE68-B7C7A870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17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11   |   FINAL PROJECT   |   100 MENIT</a:t>
            </a:r>
            <a:endParaRPr sz="13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470E3344-9349-446E-9C01-17F9669A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 CHATBOT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A911672C-D4CA-4602-BF82-252C7511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PYTHON + PGVECTOR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67198172-F1B4-4574-9EF8-6013BBCD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1247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Dokumen → chunk → vektor → retrieval → jawaban bersitasi</a:t>
            </a:r>
            <a:endParaRPr sz="16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7C06A2D-8C4B-40B4-A93B-17193D0B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Jalur lokal utuh; semantic model dan Groq opsional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C668E45B-BCD7-4ECC-8D54-2107A7A6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7492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8D5500F-4F41-4AA5-A895-B338A436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11  |  CAPSTONE PROJECT</a:t>
            </a:r>
            <a:endParaRPr sz="12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EE9DA74-978E-43D7-854B-142518B2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6046CE9-0535-4180-BDD1-31CB6D19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8607692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6C7570-4075-44C4-B1A0-60CBCC97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3661913-55F3-4918-8534-78E1D928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869FC61-17C8-4429-9E3E-747C7125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98321e0234b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0e11fc63147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C42AF6-EF8F-467F-BA31-1623FB3A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CA688F5-28FF-4146-AF5C-1B674362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641F63C-6393-4106-9495-34BB6976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RAG dapat diuji lokal tanpa API berbayar atau akun cloud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4D08999-621F-40EF-A87E-D39F0730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071B2F-A186-46CA-9043-1A7EBE1C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cd9f9c782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9DBEE968-0713-42BB-9EA3-3ADBBD96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pgvector Compose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e3738d9bdf49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F93399F-A88B-4662-A8EC-3B5CE5A2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Ingest dokumen .md/.txt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0e0a2699641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3E26D86-286F-4F16-A0BE-29F8800C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Chunk 500/50 pada baseline hash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4d9a4f1ec44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C1D037F-3F03-4E2E-86CC-DA638A8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Cari top-K dengan cosine distance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62dc6d94fe46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9A1D7466-E5F7-4A44-A2B4-2F8C490F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FastAPI docs dan web chat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508ff3a90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D6D2D75-35F5-4EF7-8082-981B9D3E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dokumen, indeks ulang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edc0c8d3d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36C98FA-4814-45AD-B122-AE1BD4A5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Benchmark, Git, cloud opsional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08613EBB-4609-4F67-AA3F-3701588B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C6A045F-FC36-4E40-8B88-1C83E15A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5C17B08-7AA4-4D5B-8187-3E9F438A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DB dan hasil ingest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Top-K, jarak, dan sitasi [S1]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Chat web/API dan dokumen baru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p50/p95 dan commit aman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BD0F131-0D21-413A-A7DE-B19F9BD8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5DE84D2-F2BA-4775-B215-E02916BD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0263836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96e1ad12634d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83b66f9eb41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pgvector dan Python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 dari root repo Lab 11; database mandiri di host port 5433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Persiapan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Copy-Item secrets/db_password.txt.example `
  secrets/db_password.txt
Copy-Item .env.example .env
docker compose up -d --wait
docker compose ps
python -m venv .venv
.\.venv\Scripts\python -m pip install `
  -r requirements.txt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dibuat Compose?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db memakai pgvector/pgvector:pg16.
Init SQL membuat extension vector.
Tabel documents menyimpan vector(384).
HNSW memakai vector_cosine_ops.
Secret DB dari file lokal yang di-ignore.
Healthcheck menunggu Postgres siap.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670235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a1fd4fae647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74d4da06b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pgvector healthy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aktual docker compose ps sesudah healthcheck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f156a69f042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docker compose ps.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504f7e5cc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DB dan port host.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81f65c9d044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Compose baca healthcheck db.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d4918130d4c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Port host 5433 menuju 5432 container.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cd3e7b50946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Nama project cloud-notes-rag.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4582ce19047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Volume rag_data menyimpan data.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d0c1f614b4e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Periksa logs db jika belum healthy.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db healthy pada 127.0.0.1:5433.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b896573f24c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3057325"/>
            <a:ext cx="5084064" cy="10908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6754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9045ee01c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228aead874b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Docker Desktop pgvector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Mesin lokal menampilkan satu container DB untuk project cloud-notes-rag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2fd1b4f8541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Docker Desktop &gt; Containers.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0ef338fad548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lihat status pgvector.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af181fd284e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UI baca container Compose.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99b1786850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Kolom Port(s) menampilkan 5433:5432.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c9584edcd49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Port 5433 dipakai Python dari host.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dffc35311341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Klik db-1 untuk membaca logs.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c353c01cd49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UI dan docker compose ps konsisten.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db-1 hidup, host port 5433.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49a64bad240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219216"/>
            <a:ext cx="5084064" cy="27670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106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5e47de47540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4f1f5c81bd42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Kunci pipeline ingest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rag.py mengubah dokumen menjadi baris vectors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dan inti SQL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rag.py ingest
# Baca jumlah files, chunks, model,
# chunk_size, overlap pada output.
SELECT source_file, chunk_index,
       token_start, token_end
FROM documents;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 hash memakai regex token demo.
Panjang 500 + overlap 50 token demo.
Vector 384 dimensi dari hashing kata.
TRUNCATE dan INSERT dalam transaksi.
rag_meta mencatat mode saat ingest.
Hash bukan semantic embedding produksi.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675450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1f8ee77a9742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3b62205e64d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1c | Ingest dokumen contoh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aktual dari .\.venv\Scripts\python rag.py ingest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5ca63495e4f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rag.py ingest.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f4f909c714f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bangun indeks dokumen.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59e2fd47d40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docs jadi chunk/vektor pgvector.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7f9586ec3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chunk_size=500 token demo.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d153ceb9942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overlap=50 token demo.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9f519f3d84a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Setelah tambah file, jalankan ulang.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f75a0b7da4e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Periksa /ready sebelum membuka chat.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files=3, chunks=6 pada baseline hash.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0cd7c33e646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902873"/>
            <a:ext cx="5084064" cy="139972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2241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2ba2ccce241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943d77f894d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Retrieval dan sumber top-K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Vector pertanyaan dibandingkan pada SQL match_documents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rag.py ask `
  "Mengapa RLS penting untuk Supabase?"
# Lihat jarak dan sumber [S1], [S2].
# app.py juga memakai fungsi yang sama.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SQL pgvector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SELECT source_file, content,
  embedding &lt;=&gt; query_embedding
  AS distance
FROM documents
ORDER BY embedding &lt;=&gt; query_embedding
  ASC LIMIT 3;
Jarak kecil = lebih dekat.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4669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6c152ac024b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57ccc5893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Retrieval dan sitasi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Sumber yang dikembalikan berasal dari dokumen yang tersimpan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c8210615448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isi pertanyaan; klik Kirim.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78f4624c24f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cari sumber top-K.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25ae020c54b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query diurutkan jarak vektor.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844ccd5867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[S1] merujuk sumber teratas.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d2f8567a44a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Jarak dibandingkan antar chunk.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a9ee138154c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Tanpa GROQ_API_KEY, jawaban ekstraktif.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b8b1b685741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Periksa apakah sitasi mendukung klaim.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Top-K menampilkan file, bagian, dan jarak.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4fc4141c6544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0860" y="2057400"/>
            <a:ext cx="4160520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9678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19dbb876545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bcf69e63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Jalankan API dan uji kontrak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FastAPI melayani health, ready, ask, dan halaman chat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terminal tetap hidup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-m uvicorn `
  app:app --host 127.0.0.1 --port 8011
# Buka http://127.0.0.1:8011/docs
# Buka http://127.0.0.1:8011/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lain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Invoke-RestMethod `
  http://127.0.0.1:8011/health
Invoke-RestMethod `
  http://127.0.0.1:8011/ready
POST /api/ask membutuhkan question;
top_k 1 sampai 10, default 3.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380727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0577ff37a4f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43a6bda364d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OpenAPI dari server aktif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Dokumentasi FastAPI yang diekspor saat aplikasi lokal berjalan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7a6894fdc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buka localhost:8011/docs.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24a12950e4e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lihat kontrak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a2945579043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FastAPI membuat OpenAPI.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f717f232446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/api/ask menerima JSON question.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aedc0235848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422 bila body melanggar schema.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da5f5703049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Cek port 8011 jika gagal dibuka.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f328d27d042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UI / memakai index.html lokal.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Browser menampilkan endpoint Cloud Notes RAG.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cc316065844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44959" y="2057400"/>
            <a:ext cx="4832321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98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d4df64ad546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55eaad5764e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Ajukan pertanyaan dan baca sitasi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chat dan API menggunakan answer_question yang sama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$body = @{
  question = 'Apa beda image dan container?'
  top_k = 3
} | ConvertTo-Json
Invoke-RestMethod `
  http://127.0.0.1:8011/api/ask `
  -Method Post -ContentType application/json `
  -Body $body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Hasil yang diperiksa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answer memuat [S1] bila ada sumber.
sources berisi source_file/chunk/distance.
latency_ms mengukur proses aplikasi.
Browser chat menampilkan sitasi.
Tanpa key Groq: jawaban ekstraktif.
Jangan klaim model LLM dipakai default.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516141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25d6b19b845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4dae82e7a4b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Jawaban web bersitasi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Pertanyaan tentang Docker, jawaban dan sumber ditampilkan bersama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2ea5306504d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ketik pertanyaan; klik Kirim.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ca30cf38e4f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lihat jawaban dan sumber.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671f4ad04e42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API ambil chunk, beri sitasi.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a9530247a44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UI menampilkan nama file dan bagian.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e82fabe454a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Distance memberi konteks retrieval.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619d7e1bb4e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Cek kalimat terhadap dokumen asal.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2e56db7654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anggap semua jawaban pasti benar.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Chat menampilkan jawaban serta sumber [S1–S3].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4e92e1e3b4f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8582" y="2057400"/>
            <a:ext cx="4945075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951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e989a4d78145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42f0578da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API | POST menjawab 200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nyata pada /api/ask memuat sitasi dan tiga sumber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bf0226dc4849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POST /api/ask top_k=3.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f406dccd542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API tanpa web chat.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83444f9344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validasi lalu cari 3 chunk.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7beb45a8f42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Jawaban ekstraktif menandai [S1].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ff49399ad4d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sources memuat file, bagian, jarak.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adaa216ea4b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HTTP 200 membuktikan endpoint bekerja.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4e704cb8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Periksa isi sumber sebelum memakai jawaban.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Skor jarak membantu telusur, bukan bukti fakta.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547049916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46520" y="2342357"/>
            <a:ext cx="5029200" cy="24933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2661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52af690d34e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589ac33db44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API | top_k nol ditolak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Validasi request memberi HTTP 422 sebelum query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9d6b07a84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POST /api/ask top_k=0.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5d09802726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batas input.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fae485cc743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Pydantic tolak sebelum SQL.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0441d7e9b40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Handler retrieval tidak dijalankan.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5a19af79304c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HTTP 422 muncul pada server response.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95d4b27644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loc menunjuk body.top_k.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a7b3123bf4d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Pesan meminta nilai minimal satu.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Respons 422 adalah hasil validasi yang diharapkan.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c7c4db36d4f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46520" y="2614665"/>
            <a:ext cx="5029200" cy="19487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2807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5e5eb6649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1772d4b15049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Kunci challenge dokumen baru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Tambah pengetahuan kelas, indeks ulang, lalu buktikan di UI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Set-Content docs/kelas_visual.md -Value `
  'Status visual membantu on-call memeriksa health.'
.\.venv\Scripts\python rag.py ingest
.\.venv\Scripts\python rag.py ask `
  "Apa manfaat status visual untuk on-call?"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indeks ulang?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rag.py ingest mengganti indeks lama
secara transaksional dengan semua docs/.
Tanpa ingest, file baru belum ada di DB.
Cari kelas_visual.md pada file dan sources.
Jangan masukkan rahasia atau data privat.
Catat jumlah chunk sebelum/sesudah.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6420089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cae14db5394b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ba89fbb98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Dokumen baru masuk indeks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ingest setelah file kelas_visual.md ditambahkan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13856780a0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rag.py ingest.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336d19a4b47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perbarui korpus kelas.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59f2910a244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indeks ulang dari 4 file.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86fa9d2300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Mode tetap hashing-384 baseline.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ce00031fb48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chunk_size=500 dan overlap=50.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d4f5f74b54d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Uji pertanyaan untuk memeriksa top-K.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31b764cd74c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Git hanya untuk dokumen contoh publik.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Files=4 dan chunks=7 setelah reindex.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cdb9c326047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251021"/>
            <a:ext cx="5084064" cy="270343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1465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ea3573dfb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c3c1f608c440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Benchmark dan opsi semantic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Ukur beberapa pertanyaan; bedakan baseline hash dari embedding model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benchmark.py
# 3 pertanyaan × 5 pengulangan.
# Opsional semantic:
.\.venv\Scripts\python -m pip install `
  -r requirements-semantic.txt
# EMBED_MODE=semantic di .env,
# lalu jalankan rag.py ingest ulang.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dilaporkan?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benchmark.py menulis JSONL lokal.
p50 = median, p95 = nearest-rank.
Semantic = all-MiniLM-L6-v2, 384 dim.
Input model sekitar 256 word pieces;
chunk dipendekkan sampai &lt;= batas.
Groq/LLM memerlukan key server opsional.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0117492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b8ae6bd8a34a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f27b67c9e46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Benchmark 15 query aktual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Tiga pertanyaan × lima pengulangan pada mesin uji lokal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fdc22eda724a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benchmark.py --repeat 5.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a21bfbbfe41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ukur latensi 15 query.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12ffa5d9549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p50/p95 dari waktu respons.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1569a3b834f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= 189.26 ms pada mesin uji.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2361a35df4a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Latensi berubah menurut mesin/beban.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d9d8893d82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JSONL menyimpan tiap respons.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d695df36342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Mode hash belum biaya API LLM.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15 sampel; p50 61.51 ms; p95 189.26 ms.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c066a237b47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388031"/>
            <a:ext cx="5084064" cy="24294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99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8ac25bc624f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194f42e7a41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8 | Kunci challenge 10 cek RAG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ketika Compose, ingest, dan Uvicorn masih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-B `
  tests\challenge.py
# Target: challenge: 10 PASS, 0 FAIL.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Cakupan checker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384 dimensi dan chunk valid.
p95 nearest-rank konsisten.
/health dan /ready 200.
Ask memberi jawaban + sumber.
top_k=0 ditolak HTTP 422.
Ekstraktif memakai sitasi [S1].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2004005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b58fc0811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4dd849c8444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7 | Challenge 10 PASS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uji end-to-end aktual setelah server dan DB siap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37929f4d2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-B tests/challenge.py.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acba4baea4a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DB, API, sitasi.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d762d3cf3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10 assertion lokal dan HTTP.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ab4464f59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Referensi sumber dapat dilacak.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e450eb0bad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Input top_k=0 ditolak 422.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35563056e46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Mode default tidak memanggil API bayar.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5f66db325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Semua 10 PASS, 0 FAIL.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Challenge lengkap: 10 PASS, 0 FAIL.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c9a2d43174e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696936"/>
            <a:ext cx="5084064" cy="1811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953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43b18263941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2e15514d24e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9 | Git aman dan jalur cloud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Sumber dan SQL boleh dipush; credential dan benchmark lokal tidak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push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git check-ignore .env
git check-ignore secrets/db_password.txt
git check-ignore .venv
git add app.py rag.py benchmark.py
git add compose.yaml initdb docs index.html
git add requirements*.txt README.md
git diff --cached --check
git commit -m "lab11: RAG pgvector"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Ekstensi cloud bila tersedia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Gunakan DB managed yang dapat dijangkau.
Atur RLS/grants sebelum dokumen publik.
Simpan Groq key hanya di server secret.
Frontend Vercel panggil API publik.
localhost:5433 tidak ada di Vercel.
Monitor /health dan /ready.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0298439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2026-10-07T17:08:53.3650000Z</dcterms:created>
  <dcterms:modified xsi:type="dcterms:W3CDTF">2026-10-07T17:08:53.3650000Z</dcterms:modified>
</coreProperties>
</file>